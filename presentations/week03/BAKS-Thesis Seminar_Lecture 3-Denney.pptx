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9"/>
  </p:notesMasterIdLst>
  <p:sldIdLst>
    <p:sldId id="256" r:id="rId2"/>
    <p:sldId id="289" r:id="rId3"/>
    <p:sldId id="296" r:id="rId4"/>
    <p:sldId id="290" r:id="rId5"/>
    <p:sldId id="406" r:id="rId6"/>
    <p:sldId id="407" r:id="rId7"/>
    <p:sldId id="408" r:id="rId8"/>
    <p:sldId id="409" r:id="rId9"/>
    <p:sldId id="410" r:id="rId10"/>
    <p:sldId id="411" r:id="rId11"/>
    <p:sldId id="412" r:id="rId12"/>
    <p:sldId id="417" r:id="rId13"/>
    <p:sldId id="413" r:id="rId14"/>
    <p:sldId id="418" r:id="rId15"/>
    <p:sldId id="414" r:id="rId16"/>
    <p:sldId id="420" r:id="rId17"/>
    <p:sldId id="415" r:id="rId18"/>
    <p:sldId id="416" r:id="rId19"/>
    <p:sldId id="421" r:id="rId20"/>
    <p:sldId id="422" r:id="rId21"/>
    <p:sldId id="424" r:id="rId22"/>
    <p:sldId id="423" r:id="rId23"/>
    <p:sldId id="425" r:id="rId24"/>
    <p:sldId id="426" r:id="rId25"/>
    <p:sldId id="428" r:id="rId26"/>
    <p:sldId id="427" r:id="rId27"/>
    <p:sldId id="291" r:id="rId28"/>
  </p:sldIdLst>
  <p:sldSz cx="12192000" cy="6858000"/>
  <p:notesSz cx="6858000" cy="9144000"/>
  <p:embeddedFontLst>
    <p:embeddedFont>
      <p:font typeface="Garamond" panose="02020404030301010803" pitchFamily="18" charset="0"/>
      <p:regular r:id="rId30"/>
      <p:bold r:id="rId31"/>
      <p:italic r:id="rId32"/>
      <p:boldItalic r:id="rId33"/>
    </p:embeddedFont>
    <p:embeddedFont>
      <p:font typeface="Gill Sans" panose="020B0502020104020203" pitchFamily="34" charset="-79"/>
      <p:regular r:id="rId34"/>
      <p:bold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5681A97-4B1E-46FF-B417-D5C5C16AF7B3}">
  <a:tblStyle styleId="{25681A97-4B1E-46FF-B417-D5C5C16AF7B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17"/>
    <p:restoredTop sz="94762"/>
  </p:normalViewPr>
  <p:slideViewPr>
    <p:cSldViewPr snapToGrid="0">
      <p:cViewPr varScale="1">
        <p:scale>
          <a:sx n="125" d="100"/>
          <a:sy n="125" d="100"/>
        </p:scale>
        <p:origin x="144" y="1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a9d85be2e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28042321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C96F8776-4685-9B03-AEE9-D997B14218D9}"/>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7C14F269-E19F-AA28-B114-7F392B0BB6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28BA4543-411E-4421-48CF-C9270113D281}"/>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38F668FA-C09C-17B8-1885-0EFC4997E293}"/>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756810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a9d85be2e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658027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18A03AA-BE6E-7AA0-FF35-F4E73B549DBB}"/>
            </a:ext>
          </a:extLst>
        </p:cNvPr>
        <p:cNvGrpSpPr/>
        <p:nvPr/>
      </p:nvGrpSpPr>
      <p:grpSpPr>
        <a:xfrm>
          <a:off x="0" y="0"/>
          <a:ext cx="0" cy="0"/>
          <a:chOff x="0" y="0"/>
          <a:chExt cx="0" cy="0"/>
        </a:xfrm>
      </p:grpSpPr>
      <p:sp>
        <p:nvSpPr>
          <p:cNvPr id="115" name="Google Shape;115;g69553f9522c30a8c_0:notes">
            <a:extLst>
              <a:ext uri="{FF2B5EF4-FFF2-40B4-BE49-F238E27FC236}">
                <a16:creationId xmlns:a16="http://schemas.microsoft.com/office/drawing/2014/main" id="{ADEB40DF-7042-069B-EFE5-89E6F59DF9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69553f9522c30a8c_0:notes">
            <a:extLst>
              <a:ext uri="{FF2B5EF4-FFF2-40B4-BE49-F238E27FC236}">
                <a16:creationId xmlns:a16="http://schemas.microsoft.com/office/drawing/2014/main" id="{19A496C8-5256-FF28-B800-C9236231A77B}"/>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g69553f9522c30a8c_0:notes">
            <a:extLst>
              <a:ext uri="{FF2B5EF4-FFF2-40B4-BE49-F238E27FC236}">
                <a16:creationId xmlns:a16="http://schemas.microsoft.com/office/drawing/2014/main" id="{4CC7C602-DC59-63EF-2970-267071FC6C0D}"/>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569621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12D0D579-2BB1-E697-6284-F0E72152FA3F}"/>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3C8CF7F4-A066-9D0C-51E3-C14422DEB9E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F9F1CE7B-0578-1E0A-9B74-842961D7426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A080C8D7-1515-8491-808B-BB8F201A6D92}"/>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895603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0B675E6B-0A78-B958-5524-FF0625B12A28}"/>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E1AA6504-329B-E53E-4255-22E6ED7131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7AA40FE7-4FE7-46BA-7BED-25A07A06420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A76B98B9-4203-9AB2-070F-C12BD9DFCD05}"/>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568710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EAC62A6E-9244-6AD8-14A5-EDEE85CB25C1}"/>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63F6B414-80C8-BEF7-D976-4F057E4ED9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2D149507-DA19-7082-44E1-FC2996A041F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91DFCAFE-F11B-F50E-2416-311C47AAF8E0}"/>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314106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559A0B1A-7E75-08FD-4469-47CCB4976B13}"/>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9F4E52D5-7053-3C5E-A661-36383DB3604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F1FAD48D-2C4A-9B6D-97DB-1842770C48B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78434E89-AB40-14F7-0A1B-152916BE631F}"/>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4054243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D6013F3F-F960-CDC0-A6CA-B614E9985906}"/>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EB06838C-323B-949C-7BC8-D64B934308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77847378-5EA1-AE85-B336-2F09F7E9624D}"/>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DA069C8E-1344-7BEB-C38D-5054BDD59A20}"/>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40657000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6438F5E-0165-0691-0929-54616BA022AA}"/>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E8021498-F860-176E-B1F1-25182161FA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1C4E1CB4-2CD7-D843-3219-4096E0FA4806}"/>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1B3F7EE5-90CA-DFDE-FC1F-7133AF511C5C}"/>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2564982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B201D9D-206E-DE39-2A93-D2367C2CBACB}"/>
            </a:ext>
          </a:extLst>
        </p:cNvPr>
        <p:cNvGrpSpPr/>
        <p:nvPr/>
      </p:nvGrpSpPr>
      <p:grpSpPr>
        <a:xfrm>
          <a:off x="0" y="0"/>
          <a:ext cx="0" cy="0"/>
          <a:chOff x="0" y="0"/>
          <a:chExt cx="0" cy="0"/>
        </a:xfrm>
      </p:grpSpPr>
      <p:sp>
        <p:nvSpPr>
          <p:cNvPr id="115" name="Google Shape;115;g69553f9522c30a8c_0:notes">
            <a:extLst>
              <a:ext uri="{FF2B5EF4-FFF2-40B4-BE49-F238E27FC236}">
                <a16:creationId xmlns:a16="http://schemas.microsoft.com/office/drawing/2014/main" id="{90F86B50-B3B1-8A89-0283-830CF9A1EC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69553f9522c30a8c_0:notes">
            <a:extLst>
              <a:ext uri="{FF2B5EF4-FFF2-40B4-BE49-F238E27FC236}">
                <a16:creationId xmlns:a16="http://schemas.microsoft.com/office/drawing/2014/main" id="{B48FE995-4709-730E-3D1F-2F727F6D58F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g69553f9522c30a8c_0:notes">
            <a:extLst>
              <a:ext uri="{FF2B5EF4-FFF2-40B4-BE49-F238E27FC236}">
                <a16:creationId xmlns:a16="http://schemas.microsoft.com/office/drawing/2014/main" id="{A6A22CEB-02D1-7174-AC81-04A39AEF8418}"/>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324216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5CA71E8-6411-67ED-AC19-8C24551B39B2}"/>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B2D3318B-B36E-231F-D243-BEF0A4C16C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7210C3F5-F726-9142-D070-14D12C6CD4B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16353C06-64C9-C427-1006-F96671E8452D}"/>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360492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2E6C409B-594B-BEF8-BE7D-B34130E0DF28}"/>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5AF5F724-CF16-EDA7-A033-2298E70733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AD6ABBF5-D309-25A2-03CC-68821161E92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D672F9A8-7894-FB03-2CEB-54D737A294B2}"/>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059797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C1E927F-7CF5-FF2C-D0BD-2CE00AEE5B8D}"/>
            </a:ext>
          </a:extLst>
        </p:cNvPr>
        <p:cNvGrpSpPr/>
        <p:nvPr/>
      </p:nvGrpSpPr>
      <p:grpSpPr>
        <a:xfrm>
          <a:off x="0" y="0"/>
          <a:ext cx="0" cy="0"/>
          <a:chOff x="0" y="0"/>
          <a:chExt cx="0" cy="0"/>
        </a:xfrm>
      </p:grpSpPr>
      <p:sp>
        <p:nvSpPr>
          <p:cNvPr id="115" name="Google Shape;115;g69553f9522c30a8c_0:notes">
            <a:extLst>
              <a:ext uri="{FF2B5EF4-FFF2-40B4-BE49-F238E27FC236}">
                <a16:creationId xmlns:a16="http://schemas.microsoft.com/office/drawing/2014/main" id="{5BF4BBC7-FA29-9DF9-98D4-F91017B5C5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69553f9522c30a8c_0:notes">
            <a:extLst>
              <a:ext uri="{FF2B5EF4-FFF2-40B4-BE49-F238E27FC236}">
                <a16:creationId xmlns:a16="http://schemas.microsoft.com/office/drawing/2014/main" id="{9DF77F38-8D7B-86CA-0182-6860CAFA0BA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g69553f9522c30a8c_0:notes">
            <a:extLst>
              <a:ext uri="{FF2B5EF4-FFF2-40B4-BE49-F238E27FC236}">
                <a16:creationId xmlns:a16="http://schemas.microsoft.com/office/drawing/2014/main" id="{34578ABF-FF08-EC36-5C1C-5F4E03C79837}"/>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9884433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E71D29B-9031-5390-E8BA-D721A9765E9F}"/>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CE5319B6-5004-4226-DE79-0CBE9AFF10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6C8C43CE-2138-FFAA-A201-AEB783DF9F36}"/>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F982264E-FB21-E339-222E-727B4DBFAD6B}"/>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9903805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8863909E-DECC-E53E-EAE2-F3CE59A1B19E}"/>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9A9C890F-F720-AA4A-BA28-BE1E20B410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881298F6-BD2C-F7AC-37EC-580522D9BAD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732035D1-5937-F0DB-8837-A4B838512C88}"/>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3823443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2E9C1D3-B294-1734-3CB4-277448840F01}"/>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4C7A424B-67E8-0A4F-AD99-43E47DEC39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EEE14A40-BAE1-CBD0-020C-AE94D94D78E5}"/>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E55FF572-9113-842B-97B6-6FC70056C08F}"/>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026125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A4DD9929-DC5A-F6B4-82B8-B3645B05E734}"/>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2B4878B0-2C7D-BBFE-8621-F36275A23E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580374C8-A54B-D9CC-8A06-2D2F0BD3E83D}"/>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B944F9DE-235F-B6A1-3AF8-3FB744FB499F}"/>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4720940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3CB76D2-F28B-54D2-3F87-9EA92EAC4553}"/>
            </a:ext>
          </a:extLst>
        </p:cNvPr>
        <p:cNvGrpSpPr/>
        <p:nvPr/>
      </p:nvGrpSpPr>
      <p:grpSpPr>
        <a:xfrm>
          <a:off x="0" y="0"/>
          <a:ext cx="0" cy="0"/>
          <a:chOff x="0" y="0"/>
          <a:chExt cx="0" cy="0"/>
        </a:xfrm>
      </p:grpSpPr>
      <p:sp>
        <p:nvSpPr>
          <p:cNvPr id="115" name="Google Shape;115;g69553f9522c30a8c_0:notes">
            <a:extLst>
              <a:ext uri="{FF2B5EF4-FFF2-40B4-BE49-F238E27FC236}">
                <a16:creationId xmlns:a16="http://schemas.microsoft.com/office/drawing/2014/main" id="{14343E92-2DA9-F090-F645-F2CDEB346C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69553f9522c30a8c_0:notes">
            <a:extLst>
              <a:ext uri="{FF2B5EF4-FFF2-40B4-BE49-F238E27FC236}">
                <a16:creationId xmlns:a16="http://schemas.microsoft.com/office/drawing/2014/main" id="{1DC53EEB-6A53-64E5-213A-8BC2D4C67CA4}"/>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g69553f9522c30a8c_0:notes">
            <a:extLst>
              <a:ext uri="{FF2B5EF4-FFF2-40B4-BE49-F238E27FC236}">
                <a16:creationId xmlns:a16="http://schemas.microsoft.com/office/drawing/2014/main" id="{688DB5CF-3D50-AF44-3AAD-87B7E90DA742}"/>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445760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2DBC1C3-3F0E-C05E-83E0-17C45C18A11E}"/>
            </a:ext>
          </a:extLst>
        </p:cNvPr>
        <p:cNvGrpSpPr/>
        <p:nvPr/>
      </p:nvGrpSpPr>
      <p:grpSpPr>
        <a:xfrm>
          <a:off x="0" y="0"/>
          <a:ext cx="0" cy="0"/>
          <a:chOff x="0" y="0"/>
          <a:chExt cx="0" cy="0"/>
        </a:xfrm>
      </p:grpSpPr>
      <p:sp>
        <p:nvSpPr>
          <p:cNvPr id="115" name="Google Shape;115;g69553f9522c30a8c_0:notes">
            <a:extLst>
              <a:ext uri="{FF2B5EF4-FFF2-40B4-BE49-F238E27FC236}">
                <a16:creationId xmlns:a16="http://schemas.microsoft.com/office/drawing/2014/main" id="{E621D266-BA0A-3DD6-687A-87544B8084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69553f9522c30a8c_0:notes">
            <a:extLst>
              <a:ext uri="{FF2B5EF4-FFF2-40B4-BE49-F238E27FC236}">
                <a16:creationId xmlns:a16="http://schemas.microsoft.com/office/drawing/2014/main" id="{712A705A-8F46-8EA6-AE22-06AE3C3826F5}"/>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g69553f9522c30a8c_0:notes">
            <a:extLst>
              <a:ext uri="{FF2B5EF4-FFF2-40B4-BE49-F238E27FC236}">
                <a16:creationId xmlns:a16="http://schemas.microsoft.com/office/drawing/2014/main" id="{8B0C3C7C-3197-DDE5-600E-0E304575B5DC}"/>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39380674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716D92C5-BB99-E9FD-E188-97B496FFF726}"/>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25A546F1-4245-7322-2AC1-93BFBB6047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A03048FE-9835-D867-46BC-27B22190113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03B1E8A1-523E-233D-C56B-C08C514770CB}"/>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41650441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139EA7B6-C8CC-317B-3BEE-758E46F472ED}"/>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120CD269-A963-30FF-B197-C0E1A4E71C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AAE83441-BEA5-651B-1F3C-1C9C131666D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C468ACF0-A268-83D6-CD72-6FFC359E6B27}"/>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747617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04CD895B-A6CD-00C0-4701-75FC93C3B618}"/>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153D1350-294E-E382-68DE-D5C8976C34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15D1CA5F-97E9-80C5-B2A2-DE6996C54CAB}"/>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DBE30D25-1A28-D600-5BB5-1537B48CC749}"/>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6232211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59336B5-08D4-04FB-9785-3B91AB0D6959}"/>
            </a:ext>
          </a:extLst>
        </p:cNvPr>
        <p:cNvGrpSpPr/>
        <p:nvPr/>
      </p:nvGrpSpPr>
      <p:grpSpPr>
        <a:xfrm>
          <a:off x="0" y="0"/>
          <a:ext cx="0" cy="0"/>
          <a:chOff x="0" y="0"/>
          <a:chExt cx="0" cy="0"/>
        </a:xfrm>
      </p:grpSpPr>
      <p:sp>
        <p:nvSpPr>
          <p:cNvPr id="115" name="Google Shape;115;g69553f9522c30a8c_0:notes">
            <a:extLst>
              <a:ext uri="{FF2B5EF4-FFF2-40B4-BE49-F238E27FC236}">
                <a16:creationId xmlns:a16="http://schemas.microsoft.com/office/drawing/2014/main" id="{58802BE0-BEE0-4BCC-69EF-5B83FE9755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69553f9522c30a8c_0:notes">
            <a:extLst>
              <a:ext uri="{FF2B5EF4-FFF2-40B4-BE49-F238E27FC236}">
                <a16:creationId xmlns:a16="http://schemas.microsoft.com/office/drawing/2014/main" id="{C720FE56-3FA7-1524-1B6C-9CB7E5C70DE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g69553f9522c30a8c_0:notes">
            <a:extLst>
              <a:ext uri="{FF2B5EF4-FFF2-40B4-BE49-F238E27FC236}">
                <a16:creationId xmlns:a16="http://schemas.microsoft.com/office/drawing/2014/main" id="{C3461357-4B22-1E74-7F45-0CFE4A29AD2A}"/>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36397752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221FCB79-5746-A210-1D6F-1BA5DDBE1527}"/>
            </a:ext>
          </a:extLst>
        </p:cNvPr>
        <p:cNvGrpSpPr/>
        <p:nvPr/>
      </p:nvGrpSpPr>
      <p:grpSpPr>
        <a:xfrm>
          <a:off x="0" y="0"/>
          <a:ext cx="0" cy="0"/>
          <a:chOff x="0" y="0"/>
          <a:chExt cx="0" cy="0"/>
        </a:xfrm>
      </p:grpSpPr>
      <p:sp>
        <p:nvSpPr>
          <p:cNvPr id="99" name="Google Shape;99;ga9d85be2e2_0_0:notes">
            <a:extLst>
              <a:ext uri="{FF2B5EF4-FFF2-40B4-BE49-F238E27FC236}">
                <a16:creationId xmlns:a16="http://schemas.microsoft.com/office/drawing/2014/main" id="{8B8FF91B-F0C4-6F43-0071-2A05FBFD22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a:extLst>
              <a:ext uri="{FF2B5EF4-FFF2-40B4-BE49-F238E27FC236}">
                <a16:creationId xmlns:a16="http://schemas.microsoft.com/office/drawing/2014/main" id="{43700632-6D00-5A23-5E0E-6B18489A796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a:extLst>
              <a:ext uri="{FF2B5EF4-FFF2-40B4-BE49-F238E27FC236}">
                <a16:creationId xmlns:a16="http://schemas.microsoft.com/office/drawing/2014/main" id="{0A357CB0-87DA-057B-7B91-AF90D5E1D4A9}"/>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5503044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a9d85be2e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a9d85be2e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a9d85be2e2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3515437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Autofit/>
          </a:bodyPr>
          <a:lstStyle>
            <a:lvl1pPr marL="457200" lvl="0" indent="-371856" algn="l">
              <a:spcBef>
                <a:spcPts val="360"/>
              </a:spcBef>
              <a:spcAft>
                <a:spcPts val="0"/>
              </a:spcAft>
              <a:buClr>
                <a:schemeClr val="accent2"/>
              </a:buClr>
              <a:buSzPts val="2256"/>
              <a:buFont typeface="Garamond"/>
              <a:buChar char="●"/>
              <a:defRPr sz="2400">
                <a:latin typeface="Garamond"/>
                <a:ea typeface="Garamond"/>
                <a:cs typeface="Garamond"/>
                <a:sym typeface="Garamond"/>
              </a:defRPr>
            </a:lvl1pPr>
            <a:lvl2pPr marL="914400" lvl="1" indent="-371856" algn="l">
              <a:spcBef>
                <a:spcPts val="600"/>
              </a:spcBef>
              <a:spcAft>
                <a:spcPts val="0"/>
              </a:spcAft>
              <a:buSzPts val="2256"/>
              <a:buFont typeface="Garamond"/>
              <a:buChar char="●"/>
              <a:defRPr sz="2200">
                <a:latin typeface="Garamond"/>
                <a:ea typeface="Garamond"/>
                <a:cs typeface="Garamond"/>
                <a:sym typeface="Garamond"/>
              </a:defRPr>
            </a:lvl2pPr>
            <a:lvl3pPr marL="1371600" lvl="2" indent="-371856" algn="l">
              <a:spcBef>
                <a:spcPts val="600"/>
              </a:spcBef>
              <a:spcAft>
                <a:spcPts val="0"/>
              </a:spcAft>
              <a:buClr>
                <a:schemeClr val="accent2"/>
              </a:buClr>
              <a:buSzPts val="2256"/>
              <a:buFont typeface="Garamond"/>
              <a:buChar char="◼"/>
              <a:defRPr sz="2000">
                <a:latin typeface="Garamond"/>
                <a:ea typeface="Garamond"/>
                <a:cs typeface="Garamond"/>
                <a:sym typeface="Garamond"/>
              </a:defRPr>
            </a:lvl3pPr>
            <a:lvl4pPr marL="1828800" lvl="3" indent="-371856" algn="l">
              <a:spcBef>
                <a:spcPts val="600"/>
              </a:spcBef>
              <a:spcAft>
                <a:spcPts val="0"/>
              </a:spcAft>
              <a:buSzPts val="2256"/>
              <a:buFont typeface="Garamond"/>
              <a:buChar char="●"/>
              <a:defRPr sz="1800">
                <a:latin typeface="Garamond"/>
                <a:ea typeface="Garamond"/>
                <a:cs typeface="Garamond"/>
                <a:sym typeface="Garamond"/>
              </a:defRPr>
            </a:lvl4pPr>
            <a:lvl5pPr marL="2286000" lvl="4" indent="-371856" algn="l">
              <a:spcBef>
                <a:spcPts val="600"/>
              </a:spcBef>
              <a:spcAft>
                <a:spcPts val="0"/>
              </a:spcAft>
              <a:buSzPts val="2256"/>
              <a:buFont typeface="Garamond"/>
              <a:buChar char="●"/>
              <a:defRPr sz="1800">
                <a:latin typeface="Garamond"/>
                <a:ea typeface="Garamond"/>
                <a:cs typeface="Garamond"/>
                <a:sym typeface="Garamond"/>
              </a:defRPr>
            </a:lvl5pPr>
            <a:lvl6pPr marL="2743200" lvl="5" indent="-371856" algn="l">
              <a:spcBef>
                <a:spcPts val="600"/>
              </a:spcBef>
              <a:spcAft>
                <a:spcPts val="0"/>
              </a:spcAft>
              <a:buSzPts val="2256"/>
              <a:buFont typeface="Garamond"/>
              <a:buChar char="◼"/>
              <a:defRPr sz="1800">
                <a:latin typeface="Garamond"/>
                <a:ea typeface="Garamond"/>
                <a:cs typeface="Garamond"/>
                <a:sym typeface="Garamond"/>
              </a:defRPr>
            </a:lvl6pPr>
            <a:lvl7pPr marL="3200400" lvl="6" indent="-371856" algn="l">
              <a:spcBef>
                <a:spcPts val="600"/>
              </a:spcBef>
              <a:spcAft>
                <a:spcPts val="0"/>
              </a:spcAft>
              <a:buSzPts val="2256"/>
              <a:buFont typeface="Garamond"/>
              <a:buChar char="◼"/>
              <a:defRPr sz="1800">
                <a:latin typeface="Garamond"/>
                <a:ea typeface="Garamond"/>
                <a:cs typeface="Garamond"/>
                <a:sym typeface="Garamond"/>
              </a:defRPr>
            </a:lvl7pPr>
            <a:lvl8pPr marL="3657600" lvl="7" indent="-371856" algn="l">
              <a:spcBef>
                <a:spcPts val="600"/>
              </a:spcBef>
              <a:spcAft>
                <a:spcPts val="0"/>
              </a:spcAft>
              <a:buSzPts val="2256"/>
              <a:buFont typeface="Garamond"/>
              <a:buChar char="◼"/>
              <a:defRPr sz="1800">
                <a:latin typeface="Garamond"/>
                <a:ea typeface="Garamond"/>
                <a:cs typeface="Garamond"/>
                <a:sym typeface="Garamond"/>
              </a:defRPr>
            </a:lvl8pPr>
            <a:lvl9pPr marL="4114800" lvl="8" indent="-371856" algn="l">
              <a:spcBef>
                <a:spcPts val="600"/>
              </a:spcBef>
              <a:spcAft>
                <a:spcPts val="600"/>
              </a:spcAft>
              <a:buSzPts val="2256"/>
              <a:buFont typeface="Garamond"/>
              <a:buChar char="◼"/>
              <a:defRPr sz="1800">
                <a:latin typeface="Garamond"/>
                <a:ea typeface="Garamond"/>
                <a:cs typeface="Garamond"/>
                <a:sym typeface="Garamond"/>
              </a:defRPr>
            </a:lvl9pPr>
          </a:lstStyle>
          <a:p>
            <a:endParaRPr/>
          </a:p>
        </p:txBody>
      </p:sp>
      <p:sp>
        <p:nvSpPr>
          <p:cNvPr id="16" name="Google Shape;16;p2"/>
          <p:cNvSpPr txBox="1">
            <a:spLocks noGrp="1"/>
          </p:cNvSpPr>
          <p:nvPr>
            <p:ph type="title"/>
          </p:nvPr>
        </p:nvSpPr>
        <p:spPr>
          <a:xfrm>
            <a:off x="581250" y="319875"/>
            <a:ext cx="11029500" cy="553500"/>
          </a:xfrm>
          <a:prstGeom prst="rect">
            <a:avLst/>
          </a:prstGeom>
          <a:solidFill>
            <a:srgbClr val="14365D"/>
          </a:solidFill>
          <a:ln w="952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chemeClr val="lt1"/>
              </a:buClr>
              <a:buSzPts val="3000"/>
              <a:buFont typeface="Garamond"/>
              <a:buNone/>
              <a:defRPr sz="3000">
                <a:solidFill>
                  <a:schemeClr val="lt1"/>
                </a:solidFill>
                <a:latin typeface="Garamond"/>
                <a:ea typeface="Garamond"/>
                <a:cs typeface="Garamond"/>
                <a:sym typeface="Garamond"/>
              </a:defRPr>
            </a:lvl1pPr>
            <a:lvl2pPr lvl="1">
              <a:spcBef>
                <a:spcPts val="0"/>
              </a:spcBef>
              <a:spcAft>
                <a:spcPts val="0"/>
              </a:spcAft>
              <a:buSzPts val="1400"/>
              <a:buFont typeface="Garamond"/>
              <a:buNone/>
              <a:defRPr>
                <a:latin typeface="Garamond"/>
                <a:ea typeface="Garamond"/>
                <a:cs typeface="Garamond"/>
                <a:sym typeface="Garamond"/>
              </a:defRPr>
            </a:lvl2pPr>
            <a:lvl3pPr lvl="2">
              <a:spcBef>
                <a:spcPts val="0"/>
              </a:spcBef>
              <a:spcAft>
                <a:spcPts val="0"/>
              </a:spcAft>
              <a:buSzPts val="1400"/>
              <a:buFont typeface="Garamond"/>
              <a:buNone/>
              <a:defRPr>
                <a:latin typeface="Garamond"/>
                <a:ea typeface="Garamond"/>
                <a:cs typeface="Garamond"/>
                <a:sym typeface="Garamond"/>
              </a:defRPr>
            </a:lvl3pPr>
            <a:lvl4pPr lvl="3">
              <a:spcBef>
                <a:spcPts val="0"/>
              </a:spcBef>
              <a:spcAft>
                <a:spcPts val="0"/>
              </a:spcAft>
              <a:buSzPts val="1400"/>
              <a:buFont typeface="Garamond"/>
              <a:buNone/>
              <a:defRPr>
                <a:latin typeface="Garamond"/>
                <a:ea typeface="Garamond"/>
                <a:cs typeface="Garamond"/>
                <a:sym typeface="Garamond"/>
              </a:defRPr>
            </a:lvl4pPr>
            <a:lvl5pPr lvl="4">
              <a:spcBef>
                <a:spcPts val="0"/>
              </a:spcBef>
              <a:spcAft>
                <a:spcPts val="0"/>
              </a:spcAft>
              <a:buSzPts val="1400"/>
              <a:buFont typeface="Garamond"/>
              <a:buNone/>
              <a:defRPr>
                <a:latin typeface="Garamond"/>
                <a:ea typeface="Garamond"/>
                <a:cs typeface="Garamond"/>
                <a:sym typeface="Garamond"/>
              </a:defRPr>
            </a:lvl5pPr>
            <a:lvl6pPr lvl="5">
              <a:spcBef>
                <a:spcPts val="0"/>
              </a:spcBef>
              <a:spcAft>
                <a:spcPts val="0"/>
              </a:spcAft>
              <a:buSzPts val="1400"/>
              <a:buFont typeface="Garamond"/>
              <a:buNone/>
              <a:defRPr>
                <a:latin typeface="Garamond"/>
                <a:ea typeface="Garamond"/>
                <a:cs typeface="Garamond"/>
                <a:sym typeface="Garamond"/>
              </a:defRPr>
            </a:lvl6pPr>
            <a:lvl7pPr lvl="6">
              <a:spcBef>
                <a:spcPts val="0"/>
              </a:spcBef>
              <a:spcAft>
                <a:spcPts val="0"/>
              </a:spcAft>
              <a:buSzPts val="1400"/>
              <a:buFont typeface="Garamond"/>
              <a:buNone/>
              <a:defRPr>
                <a:latin typeface="Garamond"/>
                <a:ea typeface="Garamond"/>
                <a:cs typeface="Garamond"/>
                <a:sym typeface="Garamond"/>
              </a:defRPr>
            </a:lvl7pPr>
            <a:lvl8pPr lvl="7">
              <a:spcBef>
                <a:spcPts val="0"/>
              </a:spcBef>
              <a:spcAft>
                <a:spcPts val="0"/>
              </a:spcAft>
              <a:buSzPts val="1400"/>
              <a:buFont typeface="Garamond"/>
              <a:buNone/>
              <a:defRPr>
                <a:latin typeface="Garamond"/>
                <a:ea typeface="Garamond"/>
                <a:cs typeface="Garamond"/>
                <a:sym typeface="Garamond"/>
              </a:defRPr>
            </a:lvl8pPr>
            <a:lvl9pPr lvl="8">
              <a:spcBef>
                <a:spcPts val="0"/>
              </a:spcBef>
              <a:spcAft>
                <a:spcPts val="0"/>
              </a:spcAft>
              <a:buSzPts val="1400"/>
              <a:buFont typeface="Garamond"/>
              <a:buNone/>
              <a:defRPr>
                <a:latin typeface="Garamond"/>
                <a:ea typeface="Garamond"/>
                <a:cs typeface="Garamond"/>
                <a:sym typeface="Garamond"/>
              </a:defRPr>
            </a:lvl9pPr>
          </a:lstStyle>
          <a:p>
            <a:endParaRPr/>
          </a:p>
        </p:txBody>
      </p:sp>
      <p:sp>
        <p:nvSpPr>
          <p:cNvPr id="17" name="Google Shape;17;p2"/>
          <p:cNvSpPr txBox="1">
            <a:spLocks noGrp="1"/>
          </p:cNvSpPr>
          <p:nvPr>
            <p:ph type="sldNum" idx="12"/>
          </p:nvPr>
        </p:nvSpPr>
        <p:spPr>
          <a:xfrm>
            <a:off x="10767710" y="6134373"/>
            <a:ext cx="1052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000" b="0" i="0" u="none" strike="noStrike" cap="none">
                <a:solidFill>
                  <a:schemeClr val="accent2"/>
                </a:solidFill>
                <a:latin typeface="Arial"/>
                <a:ea typeface="Arial"/>
                <a:cs typeface="Arial"/>
                <a:sym typeface="Arial"/>
              </a:defRPr>
            </a:lvl1pPr>
            <a:lvl2pPr marL="0" marR="0" lvl="1" indent="0" algn="r" rtl="0">
              <a:spcBef>
                <a:spcPts val="0"/>
              </a:spcBef>
              <a:buNone/>
              <a:defRPr sz="2000" b="0" i="0" u="none" strike="noStrike" cap="none">
                <a:solidFill>
                  <a:schemeClr val="accent2"/>
                </a:solidFill>
                <a:latin typeface="Arial"/>
                <a:ea typeface="Arial"/>
                <a:cs typeface="Arial"/>
                <a:sym typeface="Arial"/>
              </a:defRPr>
            </a:lvl2pPr>
            <a:lvl3pPr marL="0" marR="0" lvl="2" indent="0" algn="r" rtl="0">
              <a:spcBef>
                <a:spcPts val="0"/>
              </a:spcBef>
              <a:buNone/>
              <a:defRPr sz="2000" b="0" i="0" u="none" strike="noStrike" cap="none">
                <a:solidFill>
                  <a:schemeClr val="accent2"/>
                </a:solidFill>
                <a:latin typeface="Arial"/>
                <a:ea typeface="Arial"/>
                <a:cs typeface="Arial"/>
                <a:sym typeface="Arial"/>
              </a:defRPr>
            </a:lvl3pPr>
            <a:lvl4pPr marL="0" marR="0" lvl="3" indent="0" algn="r" rtl="0">
              <a:spcBef>
                <a:spcPts val="0"/>
              </a:spcBef>
              <a:buNone/>
              <a:defRPr sz="2000" b="0" i="0" u="none" strike="noStrike" cap="none">
                <a:solidFill>
                  <a:schemeClr val="accent2"/>
                </a:solidFill>
                <a:latin typeface="Arial"/>
                <a:ea typeface="Arial"/>
                <a:cs typeface="Arial"/>
                <a:sym typeface="Arial"/>
              </a:defRPr>
            </a:lvl4pPr>
            <a:lvl5pPr marL="0" marR="0" lvl="4" indent="0" algn="r" rtl="0">
              <a:spcBef>
                <a:spcPts val="0"/>
              </a:spcBef>
              <a:buNone/>
              <a:defRPr sz="2000" b="0" i="0" u="none" strike="noStrike" cap="none">
                <a:solidFill>
                  <a:schemeClr val="accent2"/>
                </a:solidFill>
                <a:latin typeface="Arial"/>
                <a:ea typeface="Arial"/>
                <a:cs typeface="Arial"/>
                <a:sym typeface="Arial"/>
              </a:defRPr>
            </a:lvl5pPr>
            <a:lvl6pPr marL="0" marR="0" lvl="5" indent="0" algn="r" rtl="0">
              <a:spcBef>
                <a:spcPts val="0"/>
              </a:spcBef>
              <a:buNone/>
              <a:defRPr sz="2000" b="0" i="0" u="none" strike="noStrike" cap="none">
                <a:solidFill>
                  <a:schemeClr val="accent2"/>
                </a:solidFill>
                <a:latin typeface="Arial"/>
                <a:ea typeface="Arial"/>
                <a:cs typeface="Arial"/>
                <a:sym typeface="Arial"/>
              </a:defRPr>
            </a:lvl6pPr>
            <a:lvl7pPr marL="0" marR="0" lvl="6" indent="0" algn="r" rtl="0">
              <a:spcBef>
                <a:spcPts val="0"/>
              </a:spcBef>
              <a:buNone/>
              <a:defRPr sz="2000" b="0" i="0" u="none" strike="noStrike" cap="none">
                <a:solidFill>
                  <a:schemeClr val="accent2"/>
                </a:solidFill>
                <a:latin typeface="Arial"/>
                <a:ea typeface="Arial"/>
                <a:cs typeface="Arial"/>
                <a:sym typeface="Arial"/>
              </a:defRPr>
            </a:lvl7pPr>
            <a:lvl8pPr marL="0" marR="0" lvl="7" indent="0" algn="r" rtl="0">
              <a:spcBef>
                <a:spcPts val="0"/>
              </a:spcBef>
              <a:buNone/>
              <a:defRPr sz="2000" b="0" i="0" u="none" strike="noStrike" cap="none">
                <a:solidFill>
                  <a:schemeClr val="accent2"/>
                </a:solidFill>
                <a:latin typeface="Arial"/>
                <a:ea typeface="Arial"/>
                <a:cs typeface="Arial"/>
                <a:sym typeface="Arial"/>
              </a:defRPr>
            </a:lvl8pPr>
            <a:lvl9pPr marL="0" marR="0" lvl="8" indent="0" algn="r" rtl="0">
              <a:spcBef>
                <a:spcPts val="0"/>
              </a:spcBef>
              <a:buNone/>
              <a:defRPr sz="20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8"/>
        <p:cNvGrpSpPr/>
        <p:nvPr/>
      </p:nvGrpSpPr>
      <p:grpSpPr>
        <a:xfrm>
          <a:off x="0" y="0"/>
          <a:ext cx="0" cy="0"/>
          <a:chOff x="0" y="0"/>
          <a:chExt cx="0" cy="0"/>
        </a:xfrm>
      </p:grpSpPr>
      <p:sp>
        <p:nvSpPr>
          <p:cNvPr id="19" name="Google Shape;19;p3"/>
          <p:cNvSpPr/>
          <p:nvPr/>
        </p:nvSpPr>
        <p:spPr>
          <a:xfrm>
            <a:off x="581192" y="869576"/>
            <a:ext cx="978667" cy="385483"/>
          </a:xfrm>
          <a:prstGeom prst="rect">
            <a:avLst/>
          </a:prstGeom>
          <a:solidFill>
            <a:schemeClr val="lt1"/>
          </a:solidFill>
          <a:ln w="222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0" name="Google Shape;20;p3"/>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accent1"/>
              </a:buClr>
              <a:buSzPts val="2400"/>
              <a:buFont typeface="Arial"/>
              <a:buChar char="●"/>
              <a:defRPr sz="2400" b="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a:spLocks noGrp="1"/>
          </p:cNvSpPr>
          <p:nvPr>
            <p:ph type="pic" idx="2"/>
          </p:nvPr>
        </p:nvSpPr>
        <p:spPr>
          <a:xfrm>
            <a:off x="447817" y="599725"/>
            <a:ext cx="11290859" cy="3557252"/>
          </a:xfrm>
          <a:prstGeom prst="rect">
            <a:avLst/>
          </a:prstGeom>
          <a:noFill/>
          <a:ln>
            <a:noFill/>
          </a:ln>
        </p:spPr>
        <p:txBody>
          <a:bodyPr spcFirstLastPara="1" wrap="square" lIns="91425" tIns="45700" rIns="91425" bIns="45700" anchor="t" anchorCtr="0">
            <a:noAutofit/>
          </a:bodyPr>
          <a:lstStyle>
            <a:lvl1pPr marR="0" lvl="0" algn="ctr" rtl="0">
              <a:spcBef>
                <a:spcPts val="320"/>
              </a:spcBef>
              <a:spcAft>
                <a:spcPts val="0"/>
              </a:spcAft>
              <a:buClr>
                <a:srgbClr val="DD347A"/>
              </a:buClr>
              <a:buSzPts val="1472"/>
              <a:buFont typeface="Arial"/>
              <a:buNone/>
              <a:defRPr sz="1600" b="0" i="0" u="none" strike="noStrike" cap="none">
                <a:solidFill>
                  <a:schemeClr val="dk2"/>
                </a:solidFill>
                <a:latin typeface="Arial"/>
                <a:ea typeface="Arial"/>
                <a:cs typeface="Arial"/>
                <a:sym typeface="Arial"/>
              </a:defRPr>
            </a:lvl1pPr>
            <a:lvl2pPr marR="0" lvl="1" algn="l" rtl="0">
              <a:spcBef>
                <a:spcPts val="600"/>
              </a:spcBef>
              <a:spcAft>
                <a:spcPts val="0"/>
              </a:spcAft>
              <a:buClr>
                <a:srgbClr val="14365D"/>
              </a:buClr>
              <a:buSzPts val="1472"/>
              <a:buFont typeface="Arial"/>
              <a:buNone/>
              <a:defRPr sz="1600" b="0" i="0" u="none" strike="noStrike" cap="none">
                <a:solidFill>
                  <a:schemeClr val="dk2"/>
                </a:solidFill>
                <a:latin typeface="Arial"/>
                <a:ea typeface="Arial"/>
                <a:cs typeface="Arial"/>
                <a:sym typeface="Arial"/>
              </a:defRPr>
            </a:lvl2pPr>
            <a:lvl3pPr marR="0" lvl="2" algn="l" rtl="0">
              <a:spcBef>
                <a:spcPts val="600"/>
              </a:spcBef>
              <a:spcAft>
                <a:spcPts val="0"/>
              </a:spcAft>
              <a:buClr>
                <a:srgbClr val="DD347A"/>
              </a:buClr>
              <a:buSzPts val="1472"/>
              <a:buFont typeface="Noto Sans Symbols"/>
              <a:buNone/>
              <a:defRPr sz="1600" b="0" i="0" u="none" strike="noStrike" cap="none">
                <a:solidFill>
                  <a:schemeClr val="dk2"/>
                </a:solidFill>
                <a:latin typeface="Arial"/>
                <a:ea typeface="Arial"/>
                <a:cs typeface="Arial"/>
                <a:sym typeface="Arial"/>
              </a:defRPr>
            </a:lvl3pPr>
            <a:lvl4pPr marR="0" lvl="3" algn="l" rtl="0">
              <a:spcBef>
                <a:spcPts val="600"/>
              </a:spcBef>
              <a:spcAft>
                <a:spcPts val="0"/>
              </a:spcAft>
              <a:buClr>
                <a:schemeClr val="accent2"/>
              </a:buClr>
              <a:buSzPts val="1472"/>
              <a:buFont typeface="Noto Sans Symbols"/>
              <a:buNone/>
              <a:defRPr sz="1600" b="0" i="0" u="none" strike="noStrike" cap="none">
                <a:solidFill>
                  <a:schemeClr val="dk2"/>
                </a:solidFill>
                <a:latin typeface="Arial"/>
                <a:ea typeface="Arial"/>
                <a:cs typeface="Arial"/>
                <a:sym typeface="Arial"/>
              </a:defRPr>
            </a:lvl4pPr>
            <a:lvl5pPr marR="0" lvl="4" algn="l" rtl="0">
              <a:spcBef>
                <a:spcPts val="600"/>
              </a:spcBef>
              <a:spcAft>
                <a:spcPts val="0"/>
              </a:spcAft>
              <a:buClr>
                <a:schemeClr val="accent2"/>
              </a:buClr>
              <a:buSzPts val="1472"/>
              <a:buFont typeface="Noto Sans Symbols"/>
              <a:buNone/>
              <a:defRPr sz="1600" b="0" i="0" u="none" strike="noStrike" cap="none">
                <a:solidFill>
                  <a:schemeClr val="dk2"/>
                </a:solidFill>
                <a:latin typeface="Arial"/>
                <a:ea typeface="Arial"/>
                <a:cs typeface="Arial"/>
                <a:sym typeface="Arial"/>
              </a:defRPr>
            </a:lvl5pPr>
            <a:lvl6pPr marR="0" lvl="5" algn="l" rtl="0">
              <a:spcBef>
                <a:spcPts val="600"/>
              </a:spcBef>
              <a:spcAft>
                <a:spcPts val="0"/>
              </a:spcAft>
              <a:buClr>
                <a:schemeClr val="accent2"/>
              </a:buClr>
              <a:buSzPts val="1472"/>
              <a:buFont typeface="Noto Sans Symbols"/>
              <a:buNone/>
              <a:defRPr sz="1600" b="0" i="0" u="none" strike="noStrike" cap="none">
                <a:solidFill>
                  <a:schemeClr val="dk2"/>
                </a:solidFill>
                <a:latin typeface="Gill Sans"/>
                <a:ea typeface="Gill Sans"/>
                <a:cs typeface="Gill Sans"/>
                <a:sym typeface="Gill Sans"/>
              </a:defRPr>
            </a:lvl6pPr>
            <a:lvl7pPr marR="0" lvl="6" algn="l" rtl="0">
              <a:spcBef>
                <a:spcPts val="600"/>
              </a:spcBef>
              <a:spcAft>
                <a:spcPts val="0"/>
              </a:spcAft>
              <a:buClr>
                <a:schemeClr val="accent2"/>
              </a:buClr>
              <a:buSzPts val="1472"/>
              <a:buFont typeface="Noto Sans Symbols"/>
              <a:buNone/>
              <a:defRPr sz="1600" b="0" i="0" u="none" strike="noStrike" cap="none">
                <a:solidFill>
                  <a:schemeClr val="dk2"/>
                </a:solidFill>
                <a:latin typeface="Gill Sans"/>
                <a:ea typeface="Gill Sans"/>
                <a:cs typeface="Gill Sans"/>
                <a:sym typeface="Gill Sans"/>
              </a:defRPr>
            </a:lvl7pPr>
            <a:lvl8pPr marR="0" lvl="7" algn="l" rtl="0">
              <a:spcBef>
                <a:spcPts val="600"/>
              </a:spcBef>
              <a:spcAft>
                <a:spcPts val="0"/>
              </a:spcAft>
              <a:buClr>
                <a:schemeClr val="accent2"/>
              </a:buClr>
              <a:buSzPts val="1472"/>
              <a:buFont typeface="Noto Sans Symbols"/>
              <a:buNone/>
              <a:defRPr sz="1600" b="0" i="0" u="none" strike="noStrike" cap="none">
                <a:solidFill>
                  <a:schemeClr val="dk2"/>
                </a:solidFill>
                <a:latin typeface="Gill Sans"/>
                <a:ea typeface="Gill Sans"/>
                <a:cs typeface="Gill Sans"/>
                <a:sym typeface="Gill Sans"/>
              </a:defRPr>
            </a:lvl8pPr>
            <a:lvl9pPr marR="0" lvl="8" algn="l" rtl="0">
              <a:spcBef>
                <a:spcPts val="600"/>
              </a:spcBef>
              <a:spcAft>
                <a:spcPts val="600"/>
              </a:spcAft>
              <a:buClr>
                <a:schemeClr val="accent2"/>
              </a:buClr>
              <a:buSzPts val="1472"/>
              <a:buFont typeface="Noto Sans Symbols"/>
              <a:buNone/>
              <a:defRPr sz="1600" b="0" i="0" u="none" strike="noStrike" cap="none">
                <a:solidFill>
                  <a:schemeClr val="dk2"/>
                </a:solidFill>
                <a:latin typeface="Gill Sans"/>
                <a:ea typeface="Gill Sans"/>
                <a:cs typeface="Gill Sans"/>
                <a:sym typeface="Gill Sans"/>
              </a:defRPr>
            </a:lvl9pPr>
          </a:lstStyle>
          <a:p>
            <a:endParaRPr/>
          </a:p>
        </p:txBody>
      </p:sp>
      <p:sp>
        <p:nvSpPr>
          <p:cNvPr id="22" name="Google Shape;22;p3"/>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Autofit/>
          </a:bodyPr>
          <a:lstStyle>
            <a:lvl1pPr marL="457200" lvl="0" indent="-228600" algn="l">
              <a:spcBef>
                <a:spcPts val="240"/>
              </a:spcBef>
              <a:spcAft>
                <a:spcPts val="0"/>
              </a:spcAft>
              <a:buSzPts val="1104"/>
              <a:buFont typeface="Arial"/>
              <a:buNone/>
              <a:defRPr sz="1200"/>
            </a:lvl1pPr>
            <a:lvl2pPr marL="914400" lvl="1" indent="-228600" algn="l">
              <a:spcBef>
                <a:spcPts val="600"/>
              </a:spcBef>
              <a:spcAft>
                <a:spcPts val="0"/>
              </a:spcAft>
              <a:buSzPts val="1104"/>
              <a:buFont typeface="Arial"/>
              <a:buNone/>
              <a:defRPr sz="12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23" name="Google Shape;23;p3"/>
          <p:cNvSpPr txBox="1">
            <a:spLocks noGrp="1"/>
          </p:cNvSpPr>
          <p:nvPr>
            <p:ph type="ftr" idx="11"/>
          </p:nvPr>
        </p:nvSpPr>
        <p:spPr>
          <a:xfrm>
            <a:off x="581192" y="616696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p:nvPr/>
        </p:nvSpPr>
        <p:spPr>
          <a:xfrm>
            <a:off x="581192" y="869576"/>
            <a:ext cx="978667" cy="385483"/>
          </a:xfrm>
          <a:prstGeom prst="rect">
            <a:avLst/>
          </a:prstGeom>
          <a:solidFill>
            <a:schemeClr val="lt1"/>
          </a:solidFill>
          <a:ln w="222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5" name="Google Shape;25;p3"/>
          <p:cNvSpPr txBox="1">
            <a:spLocks noGrp="1"/>
          </p:cNvSpPr>
          <p:nvPr>
            <p:ph type="sldNum" idx="12"/>
          </p:nvPr>
        </p:nvSpPr>
        <p:spPr>
          <a:xfrm>
            <a:off x="10767710" y="6134373"/>
            <a:ext cx="1052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000" b="0" i="0" u="none" strike="noStrike" cap="none">
                <a:solidFill>
                  <a:schemeClr val="accent2"/>
                </a:solidFill>
                <a:latin typeface="Arial"/>
                <a:ea typeface="Arial"/>
                <a:cs typeface="Arial"/>
                <a:sym typeface="Arial"/>
              </a:defRPr>
            </a:lvl1pPr>
            <a:lvl2pPr marL="0" marR="0" lvl="1" indent="0" algn="r" rtl="0">
              <a:spcBef>
                <a:spcPts val="0"/>
              </a:spcBef>
              <a:buNone/>
              <a:defRPr sz="2000" b="0" i="0" u="none" strike="noStrike" cap="none">
                <a:solidFill>
                  <a:schemeClr val="accent2"/>
                </a:solidFill>
                <a:latin typeface="Arial"/>
                <a:ea typeface="Arial"/>
                <a:cs typeface="Arial"/>
                <a:sym typeface="Arial"/>
              </a:defRPr>
            </a:lvl2pPr>
            <a:lvl3pPr marL="0" marR="0" lvl="2" indent="0" algn="r" rtl="0">
              <a:spcBef>
                <a:spcPts val="0"/>
              </a:spcBef>
              <a:buNone/>
              <a:defRPr sz="2000" b="0" i="0" u="none" strike="noStrike" cap="none">
                <a:solidFill>
                  <a:schemeClr val="accent2"/>
                </a:solidFill>
                <a:latin typeface="Arial"/>
                <a:ea typeface="Arial"/>
                <a:cs typeface="Arial"/>
                <a:sym typeface="Arial"/>
              </a:defRPr>
            </a:lvl3pPr>
            <a:lvl4pPr marL="0" marR="0" lvl="3" indent="0" algn="r" rtl="0">
              <a:spcBef>
                <a:spcPts val="0"/>
              </a:spcBef>
              <a:buNone/>
              <a:defRPr sz="2000" b="0" i="0" u="none" strike="noStrike" cap="none">
                <a:solidFill>
                  <a:schemeClr val="accent2"/>
                </a:solidFill>
                <a:latin typeface="Arial"/>
                <a:ea typeface="Arial"/>
                <a:cs typeface="Arial"/>
                <a:sym typeface="Arial"/>
              </a:defRPr>
            </a:lvl4pPr>
            <a:lvl5pPr marL="0" marR="0" lvl="4" indent="0" algn="r" rtl="0">
              <a:spcBef>
                <a:spcPts val="0"/>
              </a:spcBef>
              <a:buNone/>
              <a:defRPr sz="2000" b="0" i="0" u="none" strike="noStrike" cap="none">
                <a:solidFill>
                  <a:schemeClr val="accent2"/>
                </a:solidFill>
                <a:latin typeface="Arial"/>
                <a:ea typeface="Arial"/>
                <a:cs typeface="Arial"/>
                <a:sym typeface="Arial"/>
              </a:defRPr>
            </a:lvl5pPr>
            <a:lvl6pPr marL="0" marR="0" lvl="5" indent="0" algn="r" rtl="0">
              <a:spcBef>
                <a:spcPts val="0"/>
              </a:spcBef>
              <a:buNone/>
              <a:defRPr sz="2000" b="0" i="0" u="none" strike="noStrike" cap="none">
                <a:solidFill>
                  <a:schemeClr val="accent2"/>
                </a:solidFill>
                <a:latin typeface="Arial"/>
                <a:ea typeface="Arial"/>
                <a:cs typeface="Arial"/>
                <a:sym typeface="Arial"/>
              </a:defRPr>
            </a:lvl6pPr>
            <a:lvl7pPr marL="0" marR="0" lvl="6" indent="0" algn="r" rtl="0">
              <a:spcBef>
                <a:spcPts val="0"/>
              </a:spcBef>
              <a:buNone/>
              <a:defRPr sz="2000" b="0" i="0" u="none" strike="noStrike" cap="none">
                <a:solidFill>
                  <a:schemeClr val="accent2"/>
                </a:solidFill>
                <a:latin typeface="Arial"/>
                <a:ea typeface="Arial"/>
                <a:cs typeface="Arial"/>
                <a:sym typeface="Arial"/>
              </a:defRPr>
            </a:lvl7pPr>
            <a:lvl8pPr marL="0" marR="0" lvl="7" indent="0" algn="r" rtl="0">
              <a:spcBef>
                <a:spcPts val="0"/>
              </a:spcBef>
              <a:buNone/>
              <a:defRPr sz="2000" b="0" i="0" u="none" strike="noStrike" cap="none">
                <a:solidFill>
                  <a:schemeClr val="accent2"/>
                </a:solidFill>
                <a:latin typeface="Arial"/>
                <a:ea typeface="Arial"/>
                <a:cs typeface="Arial"/>
                <a:sym typeface="Arial"/>
              </a:defRPr>
            </a:lvl8pPr>
            <a:lvl9pPr marL="0" marR="0" lvl="8" indent="0" algn="r" rtl="0">
              <a:spcBef>
                <a:spcPts val="0"/>
              </a:spcBef>
              <a:buNone/>
              <a:defRPr sz="20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accent1"/>
              </a:buClr>
              <a:buSzPts val="3600"/>
              <a:buFont typeface="Arial"/>
              <a:buChar char="●"/>
              <a:defRPr sz="3600" b="0" cap="none">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body" idx="1"/>
          </p:nvPr>
        </p:nvSpPr>
        <p:spPr>
          <a:xfrm>
            <a:off x="581192" y="4604172"/>
            <a:ext cx="11029615" cy="600556"/>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656"/>
              <a:buFont typeface="Arial"/>
              <a:buNone/>
              <a:defRPr sz="1800" cap="none">
                <a:solidFill>
                  <a:schemeClr val="accent2"/>
                </a:solidFill>
              </a:defRPr>
            </a:lvl1pPr>
            <a:lvl2pPr marL="914400" lvl="1" indent="-228600" algn="l">
              <a:spcBef>
                <a:spcPts val="600"/>
              </a:spcBef>
              <a:spcAft>
                <a:spcPts val="0"/>
              </a:spcAft>
              <a:buSzPts val="1656"/>
              <a:buFont typeface="Arial"/>
              <a:buNone/>
              <a:defRPr sz="1800">
                <a:solidFill>
                  <a:srgbClr val="888888"/>
                </a:solidFill>
              </a:defRPr>
            </a:lvl2pPr>
            <a:lvl3pPr marL="1371600" lvl="2" indent="-228600" algn="l">
              <a:spcBef>
                <a:spcPts val="600"/>
              </a:spcBef>
              <a:spcAft>
                <a:spcPts val="0"/>
              </a:spcAft>
              <a:buSzPts val="1472"/>
              <a:buNone/>
              <a:defRPr sz="1600">
                <a:solidFill>
                  <a:srgbClr val="888888"/>
                </a:solidFill>
              </a:defRPr>
            </a:lvl3pPr>
            <a:lvl4pPr marL="1828800" lvl="3" indent="-228600" algn="l">
              <a:spcBef>
                <a:spcPts val="600"/>
              </a:spcBef>
              <a:spcAft>
                <a:spcPts val="0"/>
              </a:spcAft>
              <a:buSzPts val="1288"/>
              <a:buNone/>
              <a:defRPr sz="1400">
                <a:solidFill>
                  <a:srgbClr val="888888"/>
                </a:solidFill>
              </a:defRPr>
            </a:lvl4pPr>
            <a:lvl5pPr marL="2286000" lvl="4" indent="-228600" algn="l">
              <a:spcBef>
                <a:spcPts val="600"/>
              </a:spcBef>
              <a:spcAft>
                <a:spcPts val="0"/>
              </a:spcAft>
              <a:buSzPts val="1288"/>
              <a:buNone/>
              <a:defRPr sz="1400">
                <a:solidFill>
                  <a:srgbClr val="888888"/>
                </a:solidFill>
              </a:defRPr>
            </a:lvl5pPr>
            <a:lvl6pPr marL="2743200" lvl="5" indent="-228600" algn="l">
              <a:spcBef>
                <a:spcPts val="600"/>
              </a:spcBef>
              <a:spcAft>
                <a:spcPts val="0"/>
              </a:spcAft>
              <a:buSzPts val="1288"/>
              <a:buNone/>
              <a:defRPr sz="1400">
                <a:solidFill>
                  <a:srgbClr val="888888"/>
                </a:solidFill>
              </a:defRPr>
            </a:lvl6pPr>
            <a:lvl7pPr marL="3200400" lvl="6" indent="-228600" algn="l">
              <a:spcBef>
                <a:spcPts val="600"/>
              </a:spcBef>
              <a:spcAft>
                <a:spcPts val="0"/>
              </a:spcAft>
              <a:buSzPts val="1288"/>
              <a:buNone/>
              <a:defRPr sz="1400">
                <a:solidFill>
                  <a:srgbClr val="888888"/>
                </a:solidFill>
              </a:defRPr>
            </a:lvl7pPr>
            <a:lvl8pPr marL="3657600" lvl="7" indent="-228600" algn="l">
              <a:spcBef>
                <a:spcPts val="600"/>
              </a:spcBef>
              <a:spcAft>
                <a:spcPts val="0"/>
              </a:spcAft>
              <a:buSzPts val="1288"/>
              <a:buNone/>
              <a:defRPr sz="1400">
                <a:solidFill>
                  <a:srgbClr val="888888"/>
                </a:solidFill>
              </a:defRPr>
            </a:lvl8pPr>
            <a:lvl9pPr marL="4114800" lvl="8" indent="-228600" algn="l">
              <a:spcBef>
                <a:spcPts val="600"/>
              </a:spcBef>
              <a:spcAft>
                <a:spcPts val="600"/>
              </a:spcAft>
              <a:buSzPts val="1288"/>
              <a:buNone/>
              <a:defRPr sz="1400">
                <a:solidFill>
                  <a:srgbClr val="888888"/>
                </a:solidFill>
              </a:defRPr>
            </a:lvl9pPr>
          </a:lstStyle>
          <a:p>
            <a:endParaRPr/>
          </a:p>
        </p:txBody>
      </p:sp>
      <p:sp>
        <p:nvSpPr>
          <p:cNvPr id="29" name="Google Shape;29;p4"/>
          <p:cNvSpPr txBox="1">
            <a:spLocks noGrp="1"/>
          </p:cNvSpPr>
          <p:nvPr>
            <p:ph type="ftr" idx="11"/>
          </p:nvPr>
        </p:nvSpPr>
        <p:spPr>
          <a:xfrm>
            <a:off x="581192" y="616696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E565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10767710" y="6134373"/>
            <a:ext cx="1052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2000" b="0" i="0" u="none" strike="noStrike" cap="none">
                <a:solidFill>
                  <a:srgbClr val="E5659A"/>
                </a:solidFill>
                <a:latin typeface="Arial"/>
                <a:ea typeface="Arial"/>
                <a:cs typeface="Arial"/>
                <a:sym typeface="Arial"/>
              </a:defRPr>
            </a:lvl1pPr>
            <a:lvl2pPr marL="0" lvl="1" indent="0" algn="r">
              <a:spcBef>
                <a:spcPts val="0"/>
              </a:spcBef>
              <a:buNone/>
              <a:defRPr sz="2000" b="0" i="0" u="none" strike="noStrike" cap="none">
                <a:solidFill>
                  <a:srgbClr val="E5659A"/>
                </a:solidFill>
                <a:latin typeface="Arial"/>
                <a:ea typeface="Arial"/>
                <a:cs typeface="Arial"/>
                <a:sym typeface="Arial"/>
              </a:defRPr>
            </a:lvl2pPr>
            <a:lvl3pPr marL="0" lvl="2" indent="0" algn="r">
              <a:spcBef>
                <a:spcPts val="0"/>
              </a:spcBef>
              <a:buNone/>
              <a:defRPr sz="2000" b="0" i="0" u="none" strike="noStrike" cap="none">
                <a:solidFill>
                  <a:srgbClr val="E5659A"/>
                </a:solidFill>
                <a:latin typeface="Arial"/>
                <a:ea typeface="Arial"/>
                <a:cs typeface="Arial"/>
                <a:sym typeface="Arial"/>
              </a:defRPr>
            </a:lvl3pPr>
            <a:lvl4pPr marL="0" lvl="3" indent="0" algn="r">
              <a:spcBef>
                <a:spcPts val="0"/>
              </a:spcBef>
              <a:buNone/>
              <a:defRPr sz="2000" b="0" i="0" u="none" strike="noStrike" cap="none">
                <a:solidFill>
                  <a:srgbClr val="E5659A"/>
                </a:solidFill>
                <a:latin typeface="Arial"/>
                <a:ea typeface="Arial"/>
                <a:cs typeface="Arial"/>
                <a:sym typeface="Arial"/>
              </a:defRPr>
            </a:lvl4pPr>
            <a:lvl5pPr marL="0" lvl="4" indent="0" algn="r">
              <a:spcBef>
                <a:spcPts val="0"/>
              </a:spcBef>
              <a:buNone/>
              <a:defRPr sz="2000" b="0" i="0" u="none" strike="noStrike" cap="none">
                <a:solidFill>
                  <a:srgbClr val="E5659A"/>
                </a:solidFill>
                <a:latin typeface="Arial"/>
                <a:ea typeface="Arial"/>
                <a:cs typeface="Arial"/>
                <a:sym typeface="Arial"/>
              </a:defRPr>
            </a:lvl5pPr>
            <a:lvl6pPr marL="0" lvl="5" indent="0" algn="r">
              <a:spcBef>
                <a:spcPts val="0"/>
              </a:spcBef>
              <a:buNone/>
              <a:defRPr sz="2000" b="0" i="0" u="none" strike="noStrike" cap="none">
                <a:solidFill>
                  <a:srgbClr val="E5659A"/>
                </a:solidFill>
                <a:latin typeface="Arial"/>
                <a:ea typeface="Arial"/>
                <a:cs typeface="Arial"/>
                <a:sym typeface="Arial"/>
              </a:defRPr>
            </a:lvl6pPr>
            <a:lvl7pPr marL="0" lvl="6" indent="0" algn="r">
              <a:spcBef>
                <a:spcPts val="0"/>
              </a:spcBef>
              <a:buNone/>
              <a:defRPr sz="2000" b="0" i="0" u="none" strike="noStrike" cap="none">
                <a:solidFill>
                  <a:srgbClr val="E5659A"/>
                </a:solidFill>
                <a:latin typeface="Arial"/>
                <a:ea typeface="Arial"/>
                <a:cs typeface="Arial"/>
                <a:sym typeface="Arial"/>
              </a:defRPr>
            </a:lvl7pPr>
            <a:lvl8pPr marL="0" lvl="7" indent="0" algn="r">
              <a:spcBef>
                <a:spcPts val="0"/>
              </a:spcBef>
              <a:buNone/>
              <a:defRPr sz="2000" b="0" i="0" u="none" strike="noStrike" cap="none">
                <a:solidFill>
                  <a:srgbClr val="E5659A"/>
                </a:solidFill>
                <a:latin typeface="Arial"/>
                <a:ea typeface="Arial"/>
                <a:cs typeface="Arial"/>
                <a:sym typeface="Arial"/>
              </a:defRPr>
            </a:lvl8pPr>
            <a:lvl9pPr marL="0" lvl="8" indent="0" algn="r">
              <a:spcBef>
                <a:spcPts val="0"/>
              </a:spcBef>
              <a:buNone/>
              <a:defRPr sz="2000" b="0" i="0" u="none" strike="noStrike" cap="none">
                <a:solidFill>
                  <a:srgbClr val="E5659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1" name="Google Shape;31;p4"/>
          <p:cNvSpPr/>
          <p:nvPr/>
        </p:nvSpPr>
        <p:spPr>
          <a:xfrm>
            <a:off x="679802" y="4495698"/>
            <a:ext cx="727657" cy="45719"/>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457200" y="690282"/>
            <a:ext cx="1201271" cy="62753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33" name="Google Shape;33;p4"/>
          <p:cNvSpPr/>
          <p:nvPr/>
        </p:nvSpPr>
        <p:spPr>
          <a:xfrm>
            <a:off x="679802" y="4495698"/>
            <a:ext cx="727657" cy="45719"/>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457200" y="690282"/>
            <a:ext cx="1201271" cy="627530"/>
          </a:xfrm>
          <a:prstGeom prst="rect">
            <a:avLst/>
          </a:prstGeom>
          <a:solidFill>
            <a:srgbClr val="1436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5"/>
        <p:cNvGrpSpPr/>
        <p:nvPr/>
      </p:nvGrpSpPr>
      <p:grpSpPr>
        <a:xfrm>
          <a:off x="0" y="0"/>
          <a:ext cx="0" cy="0"/>
          <a:chOff x="0" y="0"/>
          <a:chExt cx="0" cy="0"/>
        </a:xfrm>
      </p:grpSpPr>
      <p:sp>
        <p:nvSpPr>
          <p:cNvPr id="36" name="Google Shape;36;p5"/>
          <p:cNvSpPr txBox="1">
            <a:spLocks noGrp="1"/>
          </p:cNvSpPr>
          <p:nvPr>
            <p:ph type="body" idx="1"/>
          </p:nvPr>
        </p:nvSpPr>
        <p:spPr>
          <a:xfrm>
            <a:off x="581193" y="1559859"/>
            <a:ext cx="5422390" cy="4301191"/>
          </a:xfrm>
          <a:prstGeom prst="rect">
            <a:avLst/>
          </a:prstGeom>
          <a:noFill/>
          <a:ln>
            <a:noFill/>
          </a:ln>
        </p:spPr>
        <p:txBody>
          <a:bodyPr spcFirstLastPara="1" wrap="square" lIns="91425" tIns="45700" rIns="91425" bIns="45700" anchor="ctr" anchorCtr="0">
            <a:no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37" name="Google Shape;37;p5"/>
          <p:cNvSpPr txBox="1">
            <a:spLocks noGrp="1"/>
          </p:cNvSpPr>
          <p:nvPr>
            <p:ph type="body" idx="2"/>
          </p:nvPr>
        </p:nvSpPr>
        <p:spPr>
          <a:xfrm>
            <a:off x="6188417" y="1559859"/>
            <a:ext cx="5422392" cy="4301191"/>
          </a:xfrm>
          <a:prstGeom prst="rect">
            <a:avLst/>
          </a:prstGeom>
          <a:noFill/>
          <a:ln>
            <a:noFill/>
          </a:ln>
        </p:spPr>
        <p:txBody>
          <a:bodyPr spcFirstLastPara="1" wrap="square" lIns="91425" tIns="45700" rIns="91425" bIns="45700" anchor="ctr" anchorCtr="0">
            <a:no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38" name="Google Shape;38;p5"/>
          <p:cNvSpPr txBox="1">
            <a:spLocks noGrp="1"/>
          </p:cNvSpPr>
          <p:nvPr>
            <p:ph type="ftr" idx="11"/>
          </p:nvPr>
        </p:nvSpPr>
        <p:spPr>
          <a:xfrm>
            <a:off x="581192" y="616696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10767710" y="6134373"/>
            <a:ext cx="1052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0" name="Google Shape;40;p5"/>
          <p:cNvSpPr txBox="1"/>
          <p:nvPr/>
        </p:nvSpPr>
        <p:spPr>
          <a:xfrm>
            <a:off x="581192" y="630438"/>
            <a:ext cx="11029616" cy="445326"/>
          </a:xfrm>
          <a:prstGeom prst="rect">
            <a:avLst/>
          </a:prstGeom>
          <a:noFill/>
          <a:ln>
            <a:noFill/>
          </a:ln>
        </p:spPr>
        <p:txBody>
          <a:bodyPr spcFirstLastPara="1" wrap="square" lIns="91425" tIns="45700" rIns="91425" bIns="45700" anchor="b" anchorCtr="0">
            <a:noAutofit/>
          </a:bodyPr>
          <a:lstStyle/>
          <a:p>
            <a:pPr marL="0" marR="0" lvl="0" indent="0" algn="l" rtl="0">
              <a:lnSpc>
                <a:spcPct val="80000"/>
              </a:lnSpc>
              <a:spcBef>
                <a:spcPts val="0"/>
              </a:spcBef>
              <a:spcAft>
                <a:spcPts val="0"/>
              </a:spcAft>
              <a:buClr>
                <a:srgbClr val="14365D"/>
              </a:buClr>
              <a:buSzPts val="2590"/>
              <a:buFont typeface="Arial"/>
              <a:buNone/>
            </a:pPr>
            <a:r>
              <a:rPr lang="en-US" sz="2590" b="0" i="0" u="none" strike="noStrike" cap="none">
                <a:solidFill>
                  <a:srgbClr val="14365D"/>
                </a:solidFill>
                <a:latin typeface="Arial"/>
                <a:ea typeface="Arial"/>
                <a:cs typeface="Arial"/>
                <a:sym typeface="Arial"/>
              </a:rPr>
              <a:t>CLICK TO EDIT MASTER TITLE STYLE</a:t>
            </a:r>
            <a:endParaRPr sz="2590" b="0" i="0" u="none" strike="noStrike" cap="none">
              <a:solidFill>
                <a:srgbClr val="14365D"/>
              </a:solidFill>
              <a:latin typeface="Arial"/>
              <a:ea typeface="Arial"/>
              <a:cs typeface="Arial"/>
              <a:sym typeface="Arial"/>
            </a:endParaRPr>
          </a:p>
        </p:txBody>
      </p:sp>
      <p:sp>
        <p:nvSpPr>
          <p:cNvPr id="41" name="Google Shape;41;p5"/>
          <p:cNvSpPr txBox="1"/>
          <p:nvPr/>
        </p:nvSpPr>
        <p:spPr>
          <a:xfrm>
            <a:off x="581192" y="630438"/>
            <a:ext cx="11029616" cy="445326"/>
          </a:xfrm>
          <a:prstGeom prst="rect">
            <a:avLst/>
          </a:prstGeom>
          <a:noFill/>
          <a:ln>
            <a:noFill/>
          </a:ln>
        </p:spPr>
        <p:txBody>
          <a:bodyPr spcFirstLastPara="1" wrap="square" lIns="91425" tIns="45700" rIns="91425" bIns="45700" anchor="b" anchorCtr="0">
            <a:noAutofit/>
          </a:bodyPr>
          <a:lstStyle/>
          <a:p>
            <a:pPr marL="0" marR="0" lvl="0" indent="0" algn="l" rtl="0">
              <a:lnSpc>
                <a:spcPct val="80000"/>
              </a:lnSpc>
              <a:spcBef>
                <a:spcPts val="0"/>
              </a:spcBef>
              <a:spcAft>
                <a:spcPts val="0"/>
              </a:spcAft>
              <a:buClr>
                <a:srgbClr val="14365D"/>
              </a:buClr>
              <a:buSzPts val="2590"/>
              <a:buFont typeface="Arial"/>
              <a:buNone/>
            </a:pPr>
            <a:r>
              <a:rPr lang="en-US" sz="2590" b="0" i="0" u="none" strike="noStrike" cap="none">
                <a:solidFill>
                  <a:srgbClr val="14365D"/>
                </a:solidFill>
                <a:latin typeface="Arial"/>
                <a:ea typeface="Arial"/>
                <a:cs typeface="Arial"/>
                <a:sym typeface="Arial"/>
              </a:rPr>
              <a:t>CLICK TO EDIT MASTER TITLE STYLE</a:t>
            </a:r>
            <a:endParaRPr sz="2590" b="0" i="0" u="none" strike="noStrike" cap="none">
              <a:solidFill>
                <a:srgbClr val="14365D"/>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43" name="Google Shape;43;p6"/>
          <p:cNvSpPr txBox="1">
            <a:spLocks noGrp="1"/>
          </p:cNvSpPr>
          <p:nvPr>
            <p:ph type="title"/>
          </p:nvPr>
        </p:nvSpPr>
        <p:spPr>
          <a:xfrm>
            <a:off x="575894" y="729658"/>
            <a:ext cx="11029616" cy="364036"/>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14365D"/>
              </a:buClr>
              <a:buSzPts val="1800"/>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ftr" idx="11"/>
          </p:nvPr>
        </p:nvSpPr>
        <p:spPr>
          <a:xfrm>
            <a:off x="581192" y="616696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6"/>
          <p:cNvSpPr txBox="1">
            <a:spLocks noGrp="1"/>
          </p:cNvSpPr>
          <p:nvPr>
            <p:ph type="sldNum" idx="12"/>
          </p:nvPr>
        </p:nvSpPr>
        <p:spPr>
          <a:xfrm>
            <a:off x="10767710" y="6134373"/>
            <a:ext cx="1052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581192" y="738622"/>
            <a:ext cx="11029616" cy="346106"/>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14365D"/>
              </a:buClr>
              <a:buSzPts val="1800"/>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body" idx="1"/>
          </p:nvPr>
        </p:nvSpPr>
        <p:spPr>
          <a:xfrm>
            <a:off x="581192" y="1714887"/>
            <a:ext cx="5087075" cy="536005"/>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Font typeface="Arial"/>
              <a:buNone/>
              <a:defRPr sz="2200" b="0">
                <a:solidFill>
                  <a:schemeClr val="accent2"/>
                </a:solidFill>
              </a:defRPr>
            </a:lvl1pPr>
            <a:lvl2pPr marL="914400" lvl="1" indent="-228600" algn="l">
              <a:spcBef>
                <a:spcPts val="600"/>
              </a:spcBef>
              <a:spcAft>
                <a:spcPts val="0"/>
              </a:spcAft>
              <a:buSzPts val="1840"/>
              <a:buFont typeface="Arial"/>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49" name="Google Shape;49;p7"/>
          <p:cNvSpPr txBox="1">
            <a:spLocks noGrp="1"/>
          </p:cNvSpPr>
          <p:nvPr>
            <p:ph type="body" idx="2"/>
          </p:nvPr>
        </p:nvSpPr>
        <p:spPr>
          <a:xfrm>
            <a:off x="581194" y="2537012"/>
            <a:ext cx="5393100" cy="3324039"/>
          </a:xfrm>
          <a:prstGeom prst="rect">
            <a:avLst/>
          </a:prstGeom>
          <a:noFill/>
          <a:ln>
            <a:noFill/>
          </a:ln>
        </p:spPr>
        <p:txBody>
          <a:bodyPr spcFirstLastPara="1" wrap="square" lIns="91425" tIns="45700" rIns="91425" bIns="45700" anchor="t" anchorCtr="0">
            <a:no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0" name="Google Shape;50;p7"/>
          <p:cNvSpPr txBox="1">
            <a:spLocks noGrp="1"/>
          </p:cNvSpPr>
          <p:nvPr>
            <p:ph type="body" idx="3"/>
          </p:nvPr>
        </p:nvSpPr>
        <p:spPr>
          <a:xfrm>
            <a:off x="6217709" y="1714887"/>
            <a:ext cx="5087073" cy="553373"/>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Font typeface="Arial"/>
              <a:buNone/>
              <a:defRPr sz="2200" b="0">
                <a:solidFill>
                  <a:schemeClr val="accent2"/>
                </a:solidFill>
              </a:defRPr>
            </a:lvl1pPr>
            <a:lvl2pPr marL="914400" lvl="1" indent="-228600" algn="l">
              <a:spcBef>
                <a:spcPts val="600"/>
              </a:spcBef>
              <a:spcAft>
                <a:spcPts val="0"/>
              </a:spcAft>
              <a:buSzPts val="1840"/>
              <a:buFont typeface="Arial"/>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51" name="Google Shape;51;p7"/>
          <p:cNvSpPr txBox="1">
            <a:spLocks noGrp="1"/>
          </p:cNvSpPr>
          <p:nvPr>
            <p:ph type="body" idx="4"/>
          </p:nvPr>
        </p:nvSpPr>
        <p:spPr>
          <a:xfrm>
            <a:off x="6217709" y="2537012"/>
            <a:ext cx="5393100" cy="3324039"/>
          </a:xfrm>
          <a:prstGeom prst="rect">
            <a:avLst/>
          </a:prstGeom>
          <a:noFill/>
          <a:ln>
            <a:noFill/>
          </a:ln>
        </p:spPr>
        <p:txBody>
          <a:bodyPr spcFirstLastPara="1" wrap="square" lIns="91425" tIns="45700" rIns="91425" bIns="45700" anchor="t" anchorCtr="0">
            <a:no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2" name="Google Shape;52;p7"/>
          <p:cNvSpPr txBox="1">
            <a:spLocks noGrp="1"/>
          </p:cNvSpPr>
          <p:nvPr>
            <p:ph type="ftr" idx="11"/>
          </p:nvPr>
        </p:nvSpPr>
        <p:spPr>
          <a:xfrm>
            <a:off x="581192" y="616696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10767710" y="6134373"/>
            <a:ext cx="1052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ftr" idx="11"/>
          </p:nvPr>
        </p:nvSpPr>
        <p:spPr>
          <a:xfrm>
            <a:off x="581192" y="616696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10767710" y="6134373"/>
            <a:ext cx="1052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581192" y="675261"/>
            <a:ext cx="11029616" cy="42739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14365D"/>
              </a:buClr>
              <a:buSzPts val="1800"/>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body" idx="1"/>
          </p:nvPr>
        </p:nvSpPr>
        <p:spPr>
          <a:xfrm rot="5400000">
            <a:off x="4085484" y="-1666527"/>
            <a:ext cx="4021032" cy="11029616"/>
          </a:xfrm>
          <a:prstGeom prst="rect">
            <a:avLst/>
          </a:prstGeom>
          <a:noFill/>
          <a:ln>
            <a:noFill/>
          </a:ln>
        </p:spPr>
        <p:txBody>
          <a:bodyPr spcFirstLastPara="1" wrap="square" lIns="91425" tIns="45700" rIns="91425" bIns="45700" anchor="t" anchorCtr="0">
            <a:noAutofit/>
          </a:bodyPr>
          <a:lstStyle>
            <a:lvl1pPr marL="457200" lvl="0" indent="-333756" algn="l">
              <a:spcBef>
                <a:spcPts val="360"/>
              </a:spcBef>
              <a:spcAft>
                <a:spcPts val="0"/>
              </a:spcAft>
              <a:buSzPts val="1656"/>
              <a:buFont typeface="Arial"/>
              <a:buChar char="●"/>
              <a:defRPr/>
            </a:lvl1pPr>
            <a:lvl2pPr marL="914400" lvl="1" indent="-322072" algn="l">
              <a:spcBef>
                <a:spcPts val="600"/>
              </a:spcBef>
              <a:spcAft>
                <a:spcPts val="0"/>
              </a:spcAft>
              <a:buSzPts val="1472"/>
              <a:buFont typeface="Arial"/>
              <a:buChar char="—"/>
              <a:defRPr/>
            </a:lvl2pPr>
            <a:lvl3pPr marL="1371600" lvl="2" indent="-310388" algn="l">
              <a:spcBef>
                <a:spcPts val="600"/>
              </a:spcBef>
              <a:spcAft>
                <a:spcPts val="0"/>
              </a:spcAft>
              <a:buSzPts val="1288"/>
              <a:buChar char="◼"/>
              <a:defRPr/>
            </a:lvl3pPr>
            <a:lvl4pPr marL="1828800" lvl="3" indent="-298703" algn="l">
              <a:spcBef>
                <a:spcPts val="600"/>
              </a:spcBef>
              <a:spcAft>
                <a:spcPts val="0"/>
              </a:spcAft>
              <a:buSzPts val="1104"/>
              <a:buChar char="◼"/>
              <a:defRPr/>
            </a:lvl4pPr>
            <a:lvl5pPr marL="2286000" lvl="4" indent="-298704" algn="l">
              <a:spcBef>
                <a:spcPts val="600"/>
              </a:spcBef>
              <a:spcAft>
                <a:spcPts val="0"/>
              </a:spcAft>
              <a:buSzPts val="1104"/>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60" name="Google Shape;60;p9"/>
          <p:cNvSpPr txBox="1">
            <a:spLocks noGrp="1"/>
          </p:cNvSpPr>
          <p:nvPr>
            <p:ph type="ftr" idx="11"/>
          </p:nvPr>
        </p:nvSpPr>
        <p:spPr>
          <a:xfrm>
            <a:off x="581192" y="616696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9"/>
          <p:cNvSpPr txBox="1">
            <a:spLocks noGrp="1"/>
          </p:cNvSpPr>
          <p:nvPr>
            <p:ph type="sldNum" idx="12"/>
          </p:nvPr>
        </p:nvSpPr>
        <p:spPr>
          <a:xfrm>
            <a:off x="10767710" y="6134373"/>
            <a:ext cx="1052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2"/>
        <p:cNvGrpSpPr/>
        <p:nvPr/>
      </p:nvGrpSpPr>
      <p:grpSpPr>
        <a:xfrm>
          <a:off x="0" y="0"/>
          <a:ext cx="0" cy="0"/>
          <a:chOff x="0" y="0"/>
          <a:chExt cx="0" cy="0"/>
        </a:xfrm>
      </p:grpSpPr>
      <p:sp>
        <p:nvSpPr>
          <p:cNvPr id="63" name="Google Shape;63;p10"/>
          <p:cNvSpPr/>
          <p:nvPr/>
        </p:nvSpPr>
        <p:spPr>
          <a:xfrm>
            <a:off x="8839201" y="0"/>
            <a:ext cx="3352799"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0"/>
          <p:cNvSpPr txBox="1">
            <a:spLocks noGrp="1"/>
          </p:cNvSpPr>
          <p:nvPr>
            <p:ph type="title"/>
          </p:nvPr>
        </p:nvSpPr>
        <p:spPr>
          <a:xfrm rot="5400000">
            <a:off x="7671366" y="2216706"/>
            <a:ext cx="4809928" cy="247425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1"/>
              </a:buClr>
              <a:buSzPts val="2800"/>
              <a:buFont typeface="Arial"/>
              <a:buChar char="●"/>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0"/>
          <p:cNvSpPr txBox="1">
            <a:spLocks noGrp="1"/>
          </p:cNvSpPr>
          <p:nvPr>
            <p:ph type="body" idx="1"/>
          </p:nvPr>
        </p:nvSpPr>
        <p:spPr>
          <a:xfrm>
            <a:off x="672351" y="1192745"/>
            <a:ext cx="7998851" cy="7896279"/>
          </a:xfrm>
          <a:prstGeom prst="rect">
            <a:avLst/>
          </a:prstGeom>
          <a:noFill/>
          <a:ln>
            <a:noFill/>
          </a:ln>
        </p:spPr>
        <p:txBody>
          <a:bodyPr spcFirstLastPara="1" wrap="square" lIns="91425" tIns="45700" rIns="91425" bIns="45700" anchor="t" anchorCtr="0">
            <a:no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66" name="Google Shape;66;p10"/>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2000">
                <a:solidFill>
                  <a:srgbClr val="E5659A"/>
                </a:solidFill>
                <a:latin typeface="Arial"/>
                <a:ea typeface="Arial"/>
                <a:cs typeface="Arial"/>
                <a:sym typeface="Arial"/>
              </a:defRPr>
            </a:lvl1pPr>
            <a:lvl2pPr marL="0" lvl="1" indent="0" algn="r">
              <a:spcBef>
                <a:spcPts val="0"/>
              </a:spcBef>
              <a:buNone/>
              <a:defRPr sz="2000">
                <a:solidFill>
                  <a:srgbClr val="E5659A"/>
                </a:solidFill>
                <a:latin typeface="Arial"/>
                <a:ea typeface="Arial"/>
                <a:cs typeface="Arial"/>
                <a:sym typeface="Arial"/>
              </a:defRPr>
            </a:lvl2pPr>
            <a:lvl3pPr marL="0" lvl="2" indent="0" algn="r">
              <a:spcBef>
                <a:spcPts val="0"/>
              </a:spcBef>
              <a:buNone/>
              <a:defRPr sz="2000">
                <a:solidFill>
                  <a:srgbClr val="E5659A"/>
                </a:solidFill>
                <a:latin typeface="Arial"/>
                <a:ea typeface="Arial"/>
                <a:cs typeface="Arial"/>
                <a:sym typeface="Arial"/>
              </a:defRPr>
            </a:lvl3pPr>
            <a:lvl4pPr marL="0" lvl="3" indent="0" algn="r">
              <a:spcBef>
                <a:spcPts val="0"/>
              </a:spcBef>
              <a:buNone/>
              <a:defRPr sz="2000">
                <a:solidFill>
                  <a:srgbClr val="E5659A"/>
                </a:solidFill>
                <a:latin typeface="Arial"/>
                <a:ea typeface="Arial"/>
                <a:cs typeface="Arial"/>
                <a:sym typeface="Arial"/>
              </a:defRPr>
            </a:lvl4pPr>
            <a:lvl5pPr marL="0" lvl="4" indent="0" algn="r">
              <a:spcBef>
                <a:spcPts val="0"/>
              </a:spcBef>
              <a:buNone/>
              <a:defRPr sz="2000">
                <a:solidFill>
                  <a:srgbClr val="E5659A"/>
                </a:solidFill>
                <a:latin typeface="Arial"/>
                <a:ea typeface="Arial"/>
                <a:cs typeface="Arial"/>
                <a:sym typeface="Arial"/>
              </a:defRPr>
            </a:lvl5pPr>
            <a:lvl6pPr marL="0" lvl="5" indent="0" algn="r">
              <a:spcBef>
                <a:spcPts val="0"/>
              </a:spcBef>
              <a:buNone/>
              <a:defRPr sz="2000">
                <a:solidFill>
                  <a:srgbClr val="E5659A"/>
                </a:solidFill>
                <a:latin typeface="Arial"/>
                <a:ea typeface="Arial"/>
                <a:cs typeface="Arial"/>
                <a:sym typeface="Arial"/>
              </a:defRPr>
            </a:lvl6pPr>
            <a:lvl7pPr marL="0" lvl="6" indent="0" algn="r">
              <a:spcBef>
                <a:spcPts val="0"/>
              </a:spcBef>
              <a:buNone/>
              <a:defRPr sz="2000">
                <a:solidFill>
                  <a:srgbClr val="E5659A"/>
                </a:solidFill>
                <a:latin typeface="Arial"/>
                <a:ea typeface="Arial"/>
                <a:cs typeface="Arial"/>
                <a:sym typeface="Arial"/>
              </a:defRPr>
            </a:lvl7pPr>
            <a:lvl8pPr marL="0" lvl="7" indent="0" algn="r">
              <a:spcBef>
                <a:spcPts val="0"/>
              </a:spcBef>
              <a:buNone/>
              <a:defRPr sz="2000">
                <a:solidFill>
                  <a:srgbClr val="E5659A"/>
                </a:solidFill>
                <a:latin typeface="Arial"/>
                <a:ea typeface="Arial"/>
                <a:cs typeface="Arial"/>
                <a:sym typeface="Arial"/>
              </a:defRPr>
            </a:lvl8pPr>
            <a:lvl9pPr marL="0" lvl="8" indent="0" algn="r">
              <a:spcBef>
                <a:spcPts val="0"/>
              </a:spcBef>
              <a:buNone/>
              <a:defRPr sz="2000">
                <a:solidFill>
                  <a:srgbClr val="E5659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68" name="Google Shape;68;p10"/>
          <p:cNvSpPr/>
          <p:nvPr/>
        </p:nvSpPr>
        <p:spPr>
          <a:xfrm>
            <a:off x="8839201" y="0"/>
            <a:ext cx="3352799"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69"/>
        <p:cNvGrpSpPr/>
        <p:nvPr/>
      </p:nvGrpSpPr>
      <p:grpSpPr>
        <a:xfrm>
          <a:off x="0" y="0"/>
          <a:ext cx="0" cy="0"/>
          <a:chOff x="0" y="0"/>
          <a:chExt cx="0" cy="0"/>
        </a:xfrm>
      </p:grpSpPr>
      <p:sp>
        <p:nvSpPr>
          <p:cNvPr id="70" name="Google Shape;70;p11"/>
          <p:cNvSpPr txBox="1">
            <a:spLocks noGrp="1"/>
          </p:cNvSpPr>
          <p:nvPr>
            <p:ph type="title"/>
          </p:nvPr>
        </p:nvSpPr>
        <p:spPr>
          <a:xfrm>
            <a:off x="581192" y="630438"/>
            <a:ext cx="11029616" cy="445326"/>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14365D"/>
              </a:buClr>
              <a:buSzPts val="1800"/>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body" idx="1"/>
          </p:nvPr>
        </p:nvSpPr>
        <p:spPr>
          <a:xfrm>
            <a:off x="581193" y="1219444"/>
            <a:ext cx="11029615" cy="2204891"/>
          </a:xfrm>
          <a:prstGeom prst="rect">
            <a:avLst/>
          </a:prstGeom>
          <a:noFill/>
          <a:ln>
            <a:noFill/>
          </a:ln>
        </p:spPr>
        <p:txBody>
          <a:bodyPr spcFirstLastPara="1" wrap="square" lIns="91425" tIns="45700" rIns="91425" bIns="45700" anchor="ctr" anchorCtr="0">
            <a:noAutofit/>
          </a:bodyPr>
          <a:lstStyle>
            <a:lvl1pPr marL="457200" lvl="0" indent="-333756" algn="l">
              <a:spcBef>
                <a:spcPts val="360"/>
              </a:spcBef>
              <a:spcAft>
                <a:spcPts val="0"/>
              </a:spcAft>
              <a:buSzPts val="1656"/>
              <a:buFont typeface="Arial"/>
              <a:buChar char="●"/>
              <a:defRPr sz="1800">
                <a:latin typeface="Arial"/>
                <a:ea typeface="Arial"/>
                <a:cs typeface="Arial"/>
                <a:sym typeface="Arial"/>
              </a:defRPr>
            </a:lvl1pPr>
            <a:lvl2pPr marL="914400" lvl="1" indent="-333756" algn="l">
              <a:spcBef>
                <a:spcPts val="600"/>
              </a:spcBef>
              <a:spcAft>
                <a:spcPts val="0"/>
              </a:spcAft>
              <a:buSzPts val="1656"/>
              <a:buFont typeface="Arial"/>
              <a:buChar char="—"/>
              <a:defRPr sz="1800">
                <a:latin typeface="Arial"/>
                <a:ea typeface="Arial"/>
                <a:cs typeface="Arial"/>
                <a:sym typeface="Arial"/>
              </a:defRPr>
            </a:lvl2pPr>
            <a:lvl3pPr marL="1371600" lvl="2" indent="-333756" algn="l">
              <a:spcBef>
                <a:spcPts val="600"/>
              </a:spcBef>
              <a:spcAft>
                <a:spcPts val="0"/>
              </a:spcAft>
              <a:buSzPts val="1656"/>
              <a:buChar char="◼"/>
              <a:defRPr sz="1800">
                <a:latin typeface="Arial"/>
                <a:ea typeface="Arial"/>
                <a:cs typeface="Arial"/>
                <a:sym typeface="Arial"/>
              </a:defRPr>
            </a:lvl3pPr>
            <a:lvl4pPr marL="1828800" lvl="3" indent="-333756" algn="l">
              <a:spcBef>
                <a:spcPts val="600"/>
              </a:spcBef>
              <a:spcAft>
                <a:spcPts val="0"/>
              </a:spcAft>
              <a:buSzPts val="1656"/>
              <a:buChar char="◼"/>
              <a:defRPr sz="1800">
                <a:latin typeface="Arial"/>
                <a:ea typeface="Arial"/>
                <a:cs typeface="Arial"/>
                <a:sym typeface="Arial"/>
              </a:defRPr>
            </a:lvl4pPr>
            <a:lvl5pPr marL="2286000" lvl="4" indent="-333756" algn="l">
              <a:spcBef>
                <a:spcPts val="600"/>
              </a:spcBef>
              <a:spcAft>
                <a:spcPts val="0"/>
              </a:spcAft>
              <a:buSzPts val="1656"/>
              <a:buChar char="◼"/>
              <a:defRPr sz="1800">
                <a:latin typeface="Arial"/>
                <a:ea typeface="Arial"/>
                <a:cs typeface="Arial"/>
                <a:sym typeface="Arial"/>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72" name="Google Shape;72;p11"/>
          <p:cNvSpPr txBox="1">
            <a:spLocks noGrp="1"/>
          </p:cNvSpPr>
          <p:nvPr>
            <p:ph type="ftr" idx="11"/>
          </p:nvPr>
        </p:nvSpPr>
        <p:spPr>
          <a:xfrm>
            <a:off x="581192" y="6122227"/>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10719663" y="6122227"/>
            <a:ext cx="105250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74" name="Google Shape;74;p11"/>
          <p:cNvCxnSpPr/>
          <p:nvPr/>
        </p:nvCxnSpPr>
        <p:spPr>
          <a:xfrm>
            <a:off x="681136" y="3537142"/>
            <a:ext cx="10767526" cy="0"/>
          </a:xfrm>
          <a:prstGeom prst="straightConnector1">
            <a:avLst/>
          </a:prstGeom>
          <a:noFill/>
          <a:ln w="12700" cap="rnd" cmpd="sng">
            <a:solidFill>
              <a:schemeClr val="dk1"/>
            </a:solidFill>
            <a:prstDash val="solid"/>
            <a:round/>
            <a:headEnd type="none" w="sm" len="sm"/>
            <a:tailEnd type="none" w="sm" len="sm"/>
          </a:ln>
        </p:spPr>
      </p:cxnSp>
      <p:sp>
        <p:nvSpPr>
          <p:cNvPr id="75" name="Google Shape;75;p11"/>
          <p:cNvSpPr txBox="1">
            <a:spLocks noGrp="1"/>
          </p:cNvSpPr>
          <p:nvPr>
            <p:ph type="body" idx="2"/>
          </p:nvPr>
        </p:nvSpPr>
        <p:spPr>
          <a:xfrm>
            <a:off x="581193" y="3670835"/>
            <a:ext cx="11029615" cy="2204891"/>
          </a:xfrm>
          <a:prstGeom prst="rect">
            <a:avLst/>
          </a:prstGeom>
          <a:noFill/>
          <a:ln>
            <a:noFill/>
          </a:ln>
        </p:spPr>
        <p:txBody>
          <a:bodyPr spcFirstLastPara="1" wrap="square" lIns="91425" tIns="45700" rIns="91425" bIns="45700" anchor="ctr" anchorCtr="0">
            <a:noAutofit/>
          </a:bodyPr>
          <a:lstStyle>
            <a:lvl1pPr marL="457200" lvl="0" indent="-333756" algn="l">
              <a:spcBef>
                <a:spcPts val="360"/>
              </a:spcBef>
              <a:spcAft>
                <a:spcPts val="0"/>
              </a:spcAft>
              <a:buSzPts val="1656"/>
              <a:buFont typeface="Arial"/>
              <a:buChar char="●"/>
              <a:defRPr sz="1800">
                <a:latin typeface="Arial"/>
                <a:ea typeface="Arial"/>
                <a:cs typeface="Arial"/>
                <a:sym typeface="Arial"/>
              </a:defRPr>
            </a:lvl1pPr>
            <a:lvl2pPr marL="914400" lvl="1" indent="-333756" algn="l">
              <a:spcBef>
                <a:spcPts val="600"/>
              </a:spcBef>
              <a:spcAft>
                <a:spcPts val="0"/>
              </a:spcAft>
              <a:buSzPts val="1656"/>
              <a:buFont typeface="Arial"/>
              <a:buChar char="—"/>
              <a:defRPr sz="1800">
                <a:latin typeface="Arial"/>
                <a:ea typeface="Arial"/>
                <a:cs typeface="Arial"/>
                <a:sym typeface="Arial"/>
              </a:defRPr>
            </a:lvl2pPr>
            <a:lvl3pPr marL="1371600" lvl="2" indent="-333756" algn="l">
              <a:spcBef>
                <a:spcPts val="600"/>
              </a:spcBef>
              <a:spcAft>
                <a:spcPts val="0"/>
              </a:spcAft>
              <a:buSzPts val="1656"/>
              <a:buChar char="◼"/>
              <a:defRPr sz="1800">
                <a:latin typeface="Arial"/>
                <a:ea typeface="Arial"/>
                <a:cs typeface="Arial"/>
                <a:sym typeface="Arial"/>
              </a:defRPr>
            </a:lvl3pPr>
            <a:lvl4pPr marL="1828800" lvl="3" indent="-333756" algn="l">
              <a:spcBef>
                <a:spcPts val="600"/>
              </a:spcBef>
              <a:spcAft>
                <a:spcPts val="0"/>
              </a:spcAft>
              <a:buSzPts val="1656"/>
              <a:buChar char="◼"/>
              <a:defRPr sz="1800">
                <a:latin typeface="Arial"/>
                <a:ea typeface="Arial"/>
                <a:cs typeface="Arial"/>
                <a:sym typeface="Arial"/>
              </a:defRPr>
            </a:lvl4pPr>
            <a:lvl5pPr marL="2286000" lvl="4" indent="-333756" algn="l">
              <a:spcBef>
                <a:spcPts val="600"/>
              </a:spcBef>
              <a:spcAft>
                <a:spcPts val="0"/>
              </a:spcAft>
              <a:buSzPts val="1656"/>
              <a:buChar char="◼"/>
              <a:defRPr sz="1800">
                <a:latin typeface="Arial"/>
                <a:ea typeface="Arial"/>
                <a:cs typeface="Arial"/>
                <a:sym typeface="Arial"/>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76"/>
        <p:cNvGrpSpPr/>
        <p:nvPr/>
      </p:nvGrpSpPr>
      <p:grpSpPr>
        <a:xfrm>
          <a:off x="0" y="0"/>
          <a:ext cx="0" cy="0"/>
          <a:chOff x="0" y="0"/>
          <a:chExt cx="0" cy="0"/>
        </a:xfrm>
      </p:grpSpPr>
      <p:sp>
        <p:nvSpPr>
          <p:cNvPr id="77" name="Google Shape;77;p12"/>
          <p:cNvSpPr txBox="1">
            <a:spLocks noGrp="1"/>
          </p:cNvSpPr>
          <p:nvPr>
            <p:ph type="body" idx="1"/>
          </p:nvPr>
        </p:nvSpPr>
        <p:spPr>
          <a:xfrm>
            <a:off x="581193" y="1559859"/>
            <a:ext cx="5422390" cy="4301191"/>
          </a:xfrm>
          <a:prstGeom prst="rect">
            <a:avLst/>
          </a:prstGeom>
          <a:noFill/>
          <a:ln>
            <a:noFill/>
          </a:ln>
        </p:spPr>
        <p:txBody>
          <a:bodyPr spcFirstLastPara="1" wrap="square" lIns="91425" tIns="45700" rIns="91425" bIns="45700" anchor="ctr" anchorCtr="0">
            <a:no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78" name="Google Shape;78;p12"/>
          <p:cNvSpPr txBox="1">
            <a:spLocks noGrp="1"/>
          </p:cNvSpPr>
          <p:nvPr>
            <p:ph type="body" idx="2"/>
          </p:nvPr>
        </p:nvSpPr>
        <p:spPr>
          <a:xfrm>
            <a:off x="6188417" y="1559859"/>
            <a:ext cx="5422392" cy="4301191"/>
          </a:xfrm>
          <a:prstGeom prst="rect">
            <a:avLst/>
          </a:prstGeom>
          <a:noFill/>
          <a:ln>
            <a:noFill/>
          </a:ln>
        </p:spPr>
        <p:txBody>
          <a:bodyPr spcFirstLastPara="1" wrap="square" lIns="91425" tIns="45700" rIns="91425" bIns="45700" anchor="ctr" anchorCtr="0">
            <a:no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79" name="Google Shape;79;p12"/>
          <p:cNvSpPr txBox="1">
            <a:spLocks noGrp="1"/>
          </p:cNvSpPr>
          <p:nvPr>
            <p:ph type="ftr" idx="11"/>
          </p:nvPr>
        </p:nvSpPr>
        <p:spPr>
          <a:xfrm>
            <a:off x="581192" y="616696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2"/>
          <p:cNvSpPr txBox="1">
            <a:spLocks noGrp="1"/>
          </p:cNvSpPr>
          <p:nvPr>
            <p:ph type="sldNum" idx="12"/>
          </p:nvPr>
        </p:nvSpPr>
        <p:spPr>
          <a:xfrm>
            <a:off x="10767710" y="6134373"/>
            <a:ext cx="1052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1" name="Google Shape;81;p12"/>
          <p:cNvSpPr txBox="1"/>
          <p:nvPr/>
        </p:nvSpPr>
        <p:spPr>
          <a:xfrm>
            <a:off x="581192" y="630438"/>
            <a:ext cx="11029616" cy="445326"/>
          </a:xfrm>
          <a:prstGeom prst="rect">
            <a:avLst/>
          </a:prstGeom>
          <a:noFill/>
          <a:ln>
            <a:noFill/>
          </a:ln>
        </p:spPr>
        <p:txBody>
          <a:bodyPr spcFirstLastPara="1" wrap="square" lIns="91425" tIns="45700" rIns="91425" bIns="45700" anchor="b" anchorCtr="0">
            <a:noAutofit/>
          </a:bodyPr>
          <a:lstStyle/>
          <a:p>
            <a:pPr marL="0" marR="0" lvl="0" indent="0" algn="l" rtl="0">
              <a:lnSpc>
                <a:spcPct val="80000"/>
              </a:lnSpc>
              <a:spcBef>
                <a:spcPts val="0"/>
              </a:spcBef>
              <a:spcAft>
                <a:spcPts val="0"/>
              </a:spcAft>
              <a:buClr>
                <a:srgbClr val="14365D"/>
              </a:buClr>
              <a:buSzPts val="2590"/>
              <a:buFont typeface="Arial"/>
              <a:buNone/>
            </a:pPr>
            <a:r>
              <a:rPr lang="en-US" sz="2590" b="0" cap="none">
                <a:solidFill>
                  <a:srgbClr val="14365D"/>
                </a:solidFill>
                <a:latin typeface="Arial"/>
                <a:ea typeface="Arial"/>
                <a:cs typeface="Arial"/>
                <a:sym typeface="Arial"/>
              </a:rPr>
              <a:t>CLICK TO EDIT MASTER TITLE STYLE</a:t>
            </a:r>
            <a:endParaRPr sz="2590" b="0" cap="none">
              <a:solidFill>
                <a:srgbClr val="14365D"/>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82"/>
        <p:cNvGrpSpPr/>
        <p:nvPr/>
      </p:nvGrpSpPr>
      <p:grpSpPr>
        <a:xfrm>
          <a:off x="0" y="0"/>
          <a:ext cx="0" cy="0"/>
          <a:chOff x="0" y="0"/>
          <a:chExt cx="0" cy="0"/>
        </a:xfrm>
      </p:grpSpPr>
      <p:sp>
        <p:nvSpPr>
          <p:cNvPr id="83" name="Google Shape;83;p13"/>
          <p:cNvSpPr txBox="1">
            <a:spLocks noGrp="1"/>
          </p:cNvSpPr>
          <p:nvPr>
            <p:ph type="ctrTitle"/>
          </p:nvPr>
        </p:nvSpPr>
        <p:spPr>
          <a:xfrm>
            <a:off x="581191" y="1782432"/>
            <a:ext cx="10993500" cy="1475100"/>
          </a:xfrm>
          <a:prstGeom prst="rect">
            <a:avLst/>
          </a:prstGeom>
          <a:noFill/>
          <a:ln>
            <a:noFill/>
          </a:ln>
        </p:spPr>
        <p:txBody>
          <a:bodyPr spcFirstLastPara="1" wrap="square" lIns="91425" tIns="45700" rIns="91425" bIns="45700" anchor="b" anchorCtr="0">
            <a:noAutofit/>
          </a:bodyPr>
          <a:lstStyle>
            <a:lvl1pPr lvl="0" algn="ctr" rtl="0">
              <a:spcBef>
                <a:spcPts val="0"/>
              </a:spcBef>
              <a:spcAft>
                <a:spcPts val="0"/>
              </a:spcAft>
              <a:buClr>
                <a:schemeClr val="lt1"/>
              </a:buClr>
              <a:buSzPts val="4400"/>
              <a:buFont typeface="Arial"/>
              <a:buChar char="●"/>
              <a:defRPr sz="4400" cap="none">
                <a:solidFill>
                  <a:schemeClr val="lt1"/>
                </a:solidFill>
                <a:latin typeface="Arial"/>
                <a:ea typeface="Arial"/>
                <a:cs typeface="Arial"/>
                <a:sym typeface="Aria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13"/>
          <p:cNvSpPr txBox="1">
            <a:spLocks noGrp="1"/>
          </p:cNvSpPr>
          <p:nvPr>
            <p:ph type="subTitle" idx="1"/>
          </p:nvPr>
        </p:nvSpPr>
        <p:spPr>
          <a:xfrm>
            <a:off x="599241" y="3133809"/>
            <a:ext cx="10993500" cy="590400"/>
          </a:xfrm>
          <a:prstGeom prst="rect">
            <a:avLst/>
          </a:prstGeom>
          <a:noFill/>
          <a:ln>
            <a:noFill/>
          </a:ln>
        </p:spPr>
        <p:txBody>
          <a:bodyPr spcFirstLastPara="1" wrap="square" lIns="91425" tIns="45700" rIns="91425" bIns="45700" anchor="t" anchorCtr="0">
            <a:noAutofit/>
          </a:bodyPr>
          <a:lstStyle>
            <a:lvl1pPr lvl="0" algn="ctr" rtl="0">
              <a:spcBef>
                <a:spcPts val="480"/>
              </a:spcBef>
              <a:spcAft>
                <a:spcPts val="0"/>
              </a:spcAft>
              <a:buSzPts val="2208"/>
              <a:buNone/>
              <a:defRPr sz="2400" b="1" cap="none">
                <a:solidFill>
                  <a:schemeClr val="accent2"/>
                </a:solidFill>
              </a:defRPr>
            </a:lvl1pPr>
            <a:lvl2pPr lvl="1" algn="ctr" rtl="0">
              <a:spcBef>
                <a:spcPts val="600"/>
              </a:spcBef>
              <a:spcAft>
                <a:spcPts val="0"/>
              </a:spcAft>
              <a:buSzPts val="1472"/>
              <a:buFont typeface="Arial"/>
              <a:buNone/>
              <a:defRPr>
                <a:solidFill>
                  <a:srgbClr val="888888"/>
                </a:solidFill>
              </a:defRPr>
            </a:lvl2pPr>
            <a:lvl3pPr lvl="2" algn="ctr" rtl="0">
              <a:spcBef>
                <a:spcPts val="600"/>
              </a:spcBef>
              <a:spcAft>
                <a:spcPts val="0"/>
              </a:spcAft>
              <a:buSzPts val="1288"/>
              <a:buNone/>
              <a:defRPr>
                <a:solidFill>
                  <a:srgbClr val="888888"/>
                </a:solidFill>
              </a:defRPr>
            </a:lvl3pPr>
            <a:lvl4pPr lvl="3" algn="ctr" rtl="0">
              <a:spcBef>
                <a:spcPts val="600"/>
              </a:spcBef>
              <a:spcAft>
                <a:spcPts val="0"/>
              </a:spcAft>
              <a:buSzPts val="1104"/>
              <a:buNone/>
              <a:defRPr>
                <a:solidFill>
                  <a:srgbClr val="888888"/>
                </a:solidFill>
              </a:defRPr>
            </a:lvl4pPr>
            <a:lvl5pPr lvl="4" algn="ctr" rtl="0">
              <a:spcBef>
                <a:spcPts val="600"/>
              </a:spcBef>
              <a:spcAft>
                <a:spcPts val="0"/>
              </a:spcAft>
              <a:buSzPts val="1104"/>
              <a:buNone/>
              <a:defRPr>
                <a:solidFill>
                  <a:srgbClr val="888888"/>
                </a:solidFill>
              </a:defRPr>
            </a:lvl5pPr>
            <a:lvl6pPr lvl="5" algn="ctr" rtl="0">
              <a:spcBef>
                <a:spcPts val="600"/>
              </a:spcBef>
              <a:spcAft>
                <a:spcPts val="0"/>
              </a:spcAft>
              <a:buSzPts val="1104"/>
              <a:buNone/>
              <a:defRPr>
                <a:solidFill>
                  <a:srgbClr val="888888"/>
                </a:solidFill>
              </a:defRPr>
            </a:lvl6pPr>
            <a:lvl7pPr lvl="6" algn="ctr" rtl="0">
              <a:spcBef>
                <a:spcPts val="600"/>
              </a:spcBef>
              <a:spcAft>
                <a:spcPts val="0"/>
              </a:spcAft>
              <a:buSzPts val="1104"/>
              <a:buNone/>
              <a:defRPr>
                <a:solidFill>
                  <a:srgbClr val="888888"/>
                </a:solidFill>
              </a:defRPr>
            </a:lvl7pPr>
            <a:lvl8pPr lvl="7" algn="ctr" rtl="0">
              <a:spcBef>
                <a:spcPts val="600"/>
              </a:spcBef>
              <a:spcAft>
                <a:spcPts val="0"/>
              </a:spcAft>
              <a:buSzPts val="1104"/>
              <a:buNone/>
              <a:defRPr>
                <a:solidFill>
                  <a:srgbClr val="888888"/>
                </a:solidFill>
              </a:defRPr>
            </a:lvl8pPr>
            <a:lvl9pPr lvl="8" algn="ctr" rtl="0">
              <a:spcBef>
                <a:spcPts val="600"/>
              </a:spcBef>
              <a:spcAft>
                <a:spcPts val="600"/>
              </a:spcAft>
              <a:buSzPts val="1104"/>
              <a:buNone/>
              <a:defRPr>
                <a:solidFill>
                  <a:srgbClr val="888888"/>
                </a:solidFill>
              </a:defRPr>
            </a:lvl9pPr>
          </a:lstStyle>
          <a:p>
            <a:endParaRPr/>
          </a:p>
        </p:txBody>
      </p:sp>
      <p:sp>
        <p:nvSpPr>
          <p:cNvPr id="85" name="Google Shape;85;p13"/>
          <p:cNvSpPr txBox="1">
            <a:spLocks noGrp="1"/>
          </p:cNvSpPr>
          <p:nvPr>
            <p:ph type="dt" idx="10"/>
          </p:nvPr>
        </p:nvSpPr>
        <p:spPr>
          <a:xfrm rot="-5400000">
            <a:off x="10095783" y="3087395"/>
            <a:ext cx="2844900" cy="3651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28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86" name="Google Shape;86;p13"/>
          <p:cNvSpPr/>
          <p:nvPr/>
        </p:nvSpPr>
        <p:spPr>
          <a:xfrm>
            <a:off x="10058211" y="5914630"/>
            <a:ext cx="1335600" cy="809100"/>
          </a:xfrm>
          <a:prstGeom prst="rect">
            <a:avLst/>
          </a:prstGeom>
          <a:solidFill>
            <a:schemeClr val="lt1"/>
          </a:solidFill>
          <a:ln w="222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87" name="Google Shape;87;p13"/>
          <p:cNvSpPr/>
          <p:nvPr/>
        </p:nvSpPr>
        <p:spPr>
          <a:xfrm>
            <a:off x="10058211" y="5914630"/>
            <a:ext cx="1335600" cy="809100"/>
          </a:xfrm>
          <a:prstGeom prst="rect">
            <a:avLst/>
          </a:prstGeom>
          <a:solidFill>
            <a:schemeClr val="lt1"/>
          </a:solidFill>
          <a:ln w="222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pic>
        <p:nvPicPr>
          <p:cNvPr id="88" name="Google Shape;88;p13"/>
          <p:cNvPicPr preferRelativeResize="0"/>
          <p:nvPr/>
        </p:nvPicPr>
        <p:blipFill>
          <a:blip r:embed="rId2">
            <a:alphaModFix/>
          </a:blip>
          <a:stretch>
            <a:fillRect/>
          </a:stretch>
        </p:blipFill>
        <p:spPr>
          <a:xfrm>
            <a:off x="315625" y="377159"/>
            <a:ext cx="1743075" cy="1019175"/>
          </a:xfrm>
          <a:prstGeom prst="rect">
            <a:avLst/>
          </a:prstGeom>
          <a:noFill/>
          <a:ln>
            <a:noFill/>
          </a:ln>
        </p:spPr>
      </p:pic>
      <p:sp>
        <p:nvSpPr>
          <p:cNvPr id="89" name="Google Shape;89;p13"/>
          <p:cNvSpPr txBox="1"/>
          <p:nvPr/>
        </p:nvSpPr>
        <p:spPr>
          <a:xfrm>
            <a:off x="1469100" y="2733600"/>
            <a:ext cx="92538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400">
              <a:highlight>
                <a:srgbClr val="14365D"/>
              </a:highlight>
            </a:endParaRPr>
          </a:p>
        </p:txBody>
      </p:sp>
    </p:spTree>
    <p:extLst>
      <p:ext uri="{BB962C8B-B14F-4D97-AF65-F5344CB8AC3E}">
        <p14:creationId xmlns:p14="http://schemas.microsoft.com/office/powerpoint/2010/main" val="2294858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body" idx="1"/>
          </p:nvPr>
        </p:nvSpPr>
        <p:spPr>
          <a:xfrm>
            <a:off x="581192" y="1837765"/>
            <a:ext cx="11029500" cy="4020900"/>
          </a:xfrm>
          <a:prstGeom prst="rect">
            <a:avLst/>
          </a:prstGeom>
          <a:noFill/>
          <a:ln>
            <a:noFill/>
          </a:ln>
        </p:spPr>
        <p:txBody>
          <a:bodyPr spcFirstLastPara="1" wrap="square" lIns="91425" tIns="45700" rIns="91425" bIns="45700" anchor="ctr" anchorCtr="0">
            <a:noAutofit/>
          </a:bodyPr>
          <a:lstStyle>
            <a:lvl1pPr marL="457200" marR="0" lvl="0" indent="-333756" algn="l" rtl="0">
              <a:spcBef>
                <a:spcPts val="360"/>
              </a:spcBef>
              <a:spcAft>
                <a:spcPts val="0"/>
              </a:spcAft>
              <a:buClr>
                <a:schemeClr val="accent2"/>
              </a:buClr>
              <a:buSzPts val="1656"/>
              <a:buFont typeface="Arial"/>
              <a:buChar char="●"/>
              <a:defRPr sz="1800" b="0" i="0" u="none" strike="noStrike" cap="none">
                <a:solidFill>
                  <a:schemeClr val="accent2"/>
                </a:solidFill>
                <a:latin typeface="Arial"/>
                <a:ea typeface="Arial"/>
                <a:cs typeface="Arial"/>
                <a:sym typeface="Arial"/>
              </a:defRPr>
            </a:lvl1pPr>
            <a:lvl2pPr marL="914400" marR="0" lvl="1" indent="-322072" algn="l" rtl="0">
              <a:spcBef>
                <a:spcPts val="600"/>
              </a:spcBef>
              <a:spcAft>
                <a:spcPts val="0"/>
              </a:spcAft>
              <a:buClr>
                <a:schemeClr val="accent2"/>
              </a:buClr>
              <a:buSzPts val="1472"/>
              <a:buFont typeface="Arial"/>
              <a:buChar char="—"/>
              <a:defRPr sz="1600" b="0" i="0" u="none" strike="noStrike" cap="none">
                <a:solidFill>
                  <a:schemeClr val="accent2"/>
                </a:solidFill>
                <a:latin typeface="Arial"/>
                <a:ea typeface="Arial"/>
                <a:cs typeface="Arial"/>
                <a:sym typeface="Arial"/>
              </a:defRPr>
            </a:lvl2pPr>
            <a:lvl3pPr marL="1371600" marR="0" lvl="2" indent="-310388" algn="l" rtl="0">
              <a:spcBef>
                <a:spcPts val="600"/>
              </a:spcBef>
              <a:spcAft>
                <a:spcPts val="0"/>
              </a:spcAft>
              <a:buClr>
                <a:schemeClr val="accent2"/>
              </a:buClr>
              <a:buSzPts val="1288"/>
              <a:buFont typeface="Noto Sans Symbols"/>
              <a:buChar char="◼"/>
              <a:defRPr sz="1400" b="0" i="0" u="none" strike="noStrike" cap="none">
                <a:solidFill>
                  <a:schemeClr val="accent2"/>
                </a:solidFill>
                <a:latin typeface="Arial"/>
                <a:ea typeface="Arial"/>
                <a:cs typeface="Arial"/>
                <a:sym typeface="Arial"/>
              </a:defRPr>
            </a:lvl3pPr>
            <a:lvl4pPr marL="1828800" marR="0" lvl="3" indent="-298703" algn="l" rtl="0">
              <a:spcBef>
                <a:spcPts val="600"/>
              </a:spcBef>
              <a:spcAft>
                <a:spcPts val="0"/>
              </a:spcAft>
              <a:buClr>
                <a:schemeClr val="accent2"/>
              </a:buClr>
              <a:buSzPts val="1104"/>
              <a:buFont typeface="Noto Sans Symbols"/>
              <a:buChar char="◼"/>
              <a:defRPr sz="1200" b="0" i="0" u="none" strike="noStrike" cap="none">
                <a:solidFill>
                  <a:schemeClr val="accent2"/>
                </a:solidFill>
                <a:latin typeface="Arial"/>
                <a:ea typeface="Arial"/>
                <a:cs typeface="Arial"/>
                <a:sym typeface="Arial"/>
              </a:defRPr>
            </a:lvl4pPr>
            <a:lvl5pPr marL="2286000" marR="0" lvl="4" indent="-298704" algn="l" rtl="0">
              <a:spcBef>
                <a:spcPts val="600"/>
              </a:spcBef>
              <a:spcAft>
                <a:spcPts val="0"/>
              </a:spcAft>
              <a:buClr>
                <a:schemeClr val="accent2"/>
              </a:buClr>
              <a:buSzPts val="1104"/>
              <a:buFont typeface="Noto Sans Symbols"/>
              <a:buChar char="◼"/>
              <a:defRPr sz="1200" b="0" i="0" u="none" strike="noStrike" cap="none">
                <a:solidFill>
                  <a:schemeClr val="accent2"/>
                </a:solidFill>
                <a:latin typeface="Arial"/>
                <a:ea typeface="Arial"/>
                <a:cs typeface="Arial"/>
                <a:sym typeface="Arial"/>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accent2"/>
                </a:solidFill>
                <a:latin typeface="Gill Sans"/>
                <a:ea typeface="Gill Sans"/>
                <a:cs typeface="Gill Sans"/>
                <a:sym typeface="Gill Sans"/>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accent2"/>
                </a:solidFill>
                <a:latin typeface="Gill Sans"/>
                <a:ea typeface="Gill Sans"/>
                <a:cs typeface="Gill Sans"/>
                <a:sym typeface="Gill Sans"/>
              </a:defRPr>
            </a:lvl7pPr>
            <a:lvl8pPr marL="3657600" marR="0" lvl="7" indent="-298703" algn="l" rtl="0">
              <a:spcBef>
                <a:spcPts val="600"/>
              </a:spcBef>
              <a:spcAft>
                <a:spcPts val="0"/>
              </a:spcAft>
              <a:buClr>
                <a:schemeClr val="accent2"/>
              </a:buClr>
              <a:buSzPts val="1104"/>
              <a:buFont typeface="Noto Sans Symbols"/>
              <a:buChar char="◼"/>
              <a:defRPr sz="1200" b="0" i="0" u="none" strike="noStrike" cap="none">
                <a:solidFill>
                  <a:schemeClr val="accent2"/>
                </a:solidFill>
                <a:latin typeface="Gill Sans"/>
                <a:ea typeface="Gill Sans"/>
                <a:cs typeface="Gill Sans"/>
                <a:sym typeface="Gill Sans"/>
              </a:defRPr>
            </a:lvl8pPr>
            <a:lvl9pPr marL="4114800" marR="0" lvl="8" indent="-298703" algn="l" rtl="0">
              <a:spcBef>
                <a:spcPts val="600"/>
              </a:spcBef>
              <a:spcAft>
                <a:spcPts val="600"/>
              </a:spcAft>
              <a:buClr>
                <a:schemeClr val="accent2"/>
              </a:buClr>
              <a:buSzPts val="1104"/>
              <a:buFont typeface="Noto Sans Symbols"/>
              <a:buChar char="◼"/>
              <a:defRPr sz="1200" b="0" i="0" u="none" strike="noStrike" cap="none">
                <a:solidFill>
                  <a:schemeClr val="accent2"/>
                </a:solidFill>
                <a:latin typeface="Gill Sans"/>
                <a:ea typeface="Gill Sans"/>
                <a:cs typeface="Gill Sans"/>
                <a:sym typeface="Gill Sans"/>
              </a:defRPr>
            </a:lvl9pPr>
          </a:lstStyle>
          <a:p>
            <a:endParaRPr/>
          </a:p>
        </p:txBody>
      </p:sp>
      <p:sp>
        <p:nvSpPr>
          <p:cNvPr id="11" name="Google Shape;11;p1"/>
          <p:cNvSpPr txBox="1">
            <a:spLocks noGrp="1"/>
          </p:cNvSpPr>
          <p:nvPr>
            <p:ph type="sldNum" idx="12"/>
          </p:nvPr>
        </p:nvSpPr>
        <p:spPr>
          <a:xfrm>
            <a:off x="10767710" y="6134373"/>
            <a:ext cx="1052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000" b="0" i="0" u="none" strike="noStrike" cap="none">
                <a:solidFill>
                  <a:schemeClr val="accent2"/>
                </a:solidFill>
                <a:latin typeface="Arial"/>
                <a:ea typeface="Arial"/>
                <a:cs typeface="Arial"/>
                <a:sym typeface="Arial"/>
              </a:defRPr>
            </a:lvl1pPr>
            <a:lvl2pPr marL="0" marR="0" lvl="1" indent="0" algn="r" rtl="0">
              <a:spcBef>
                <a:spcPts val="0"/>
              </a:spcBef>
              <a:buNone/>
              <a:defRPr sz="2000" b="0" i="0" u="none" strike="noStrike" cap="none">
                <a:solidFill>
                  <a:schemeClr val="accent2"/>
                </a:solidFill>
                <a:latin typeface="Arial"/>
                <a:ea typeface="Arial"/>
                <a:cs typeface="Arial"/>
                <a:sym typeface="Arial"/>
              </a:defRPr>
            </a:lvl2pPr>
            <a:lvl3pPr marL="0" marR="0" lvl="2" indent="0" algn="r" rtl="0">
              <a:spcBef>
                <a:spcPts val="0"/>
              </a:spcBef>
              <a:buNone/>
              <a:defRPr sz="2000" b="0" i="0" u="none" strike="noStrike" cap="none">
                <a:solidFill>
                  <a:schemeClr val="accent2"/>
                </a:solidFill>
                <a:latin typeface="Arial"/>
                <a:ea typeface="Arial"/>
                <a:cs typeface="Arial"/>
                <a:sym typeface="Arial"/>
              </a:defRPr>
            </a:lvl3pPr>
            <a:lvl4pPr marL="0" marR="0" lvl="3" indent="0" algn="r" rtl="0">
              <a:spcBef>
                <a:spcPts val="0"/>
              </a:spcBef>
              <a:buNone/>
              <a:defRPr sz="2000" b="0" i="0" u="none" strike="noStrike" cap="none">
                <a:solidFill>
                  <a:schemeClr val="accent2"/>
                </a:solidFill>
                <a:latin typeface="Arial"/>
                <a:ea typeface="Arial"/>
                <a:cs typeface="Arial"/>
                <a:sym typeface="Arial"/>
              </a:defRPr>
            </a:lvl4pPr>
            <a:lvl5pPr marL="0" marR="0" lvl="4" indent="0" algn="r" rtl="0">
              <a:spcBef>
                <a:spcPts val="0"/>
              </a:spcBef>
              <a:buNone/>
              <a:defRPr sz="2000" b="0" i="0" u="none" strike="noStrike" cap="none">
                <a:solidFill>
                  <a:schemeClr val="accent2"/>
                </a:solidFill>
                <a:latin typeface="Arial"/>
                <a:ea typeface="Arial"/>
                <a:cs typeface="Arial"/>
                <a:sym typeface="Arial"/>
              </a:defRPr>
            </a:lvl5pPr>
            <a:lvl6pPr marL="0" marR="0" lvl="5" indent="0" algn="r" rtl="0">
              <a:spcBef>
                <a:spcPts val="0"/>
              </a:spcBef>
              <a:buNone/>
              <a:defRPr sz="2000" b="0" i="0" u="none" strike="noStrike" cap="none">
                <a:solidFill>
                  <a:schemeClr val="accent2"/>
                </a:solidFill>
                <a:latin typeface="Arial"/>
                <a:ea typeface="Arial"/>
                <a:cs typeface="Arial"/>
                <a:sym typeface="Arial"/>
              </a:defRPr>
            </a:lvl6pPr>
            <a:lvl7pPr marL="0" marR="0" lvl="6" indent="0" algn="r" rtl="0">
              <a:spcBef>
                <a:spcPts val="0"/>
              </a:spcBef>
              <a:buNone/>
              <a:defRPr sz="2000" b="0" i="0" u="none" strike="noStrike" cap="none">
                <a:solidFill>
                  <a:schemeClr val="accent2"/>
                </a:solidFill>
                <a:latin typeface="Arial"/>
                <a:ea typeface="Arial"/>
                <a:cs typeface="Arial"/>
                <a:sym typeface="Arial"/>
              </a:defRPr>
            </a:lvl7pPr>
            <a:lvl8pPr marL="0" marR="0" lvl="7" indent="0" algn="r" rtl="0">
              <a:spcBef>
                <a:spcPts val="0"/>
              </a:spcBef>
              <a:buNone/>
              <a:defRPr sz="2000" b="0" i="0" u="none" strike="noStrike" cap="none">
                <a:solidFill>
                  <a:schemeClr val="accent2"/>
                </a:solidFill>
                <a:latin typeface="Arial"/>
                <a:ea typeface="Arial"/>
                <a:cs typeface="Arial"/>
                <a:sym typeface="Arial"/>
              </a:defRPr>
            </a:lvl8pPr>
            <a:lvl9pPr marL="0" marR="0" lvl="8" indent="0" algn="r" rtl="0">
              <a:spcBef>
                <a:spcPts val="0"/>
              </a:spcBef>
              <a:buNone/>
              <a:defRPr sz="20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2" name="Google Shape;12;p1"/>
          <p:cNvCxnSpPr/>
          <p:nvPr/>
        </p:nvCxnSpPr>
        <p:spPr>
          <a:xfrm>
            <a:off x="11205889" y="6023538"/>
            <a:ext cx="0" cy="562500"/>
          </a:xfrm>
          <a:prstGeom prst="straightConnector1">
            <a:avLst/>
          </a:prstGeom>
          <a:noFill/>
          <a:ln w="12700" cap="flat" cmpd="sng">
            <a:solidFill>
              <a:schemeClr val="accent2"/>
            </a:solidFill>
            <a:prstDash val="solid"/>
            <a:round/>
            <a:headEnd type="none" w="sm" len="sm"/>
            <a:tailEnd type="none" w="sm" len="sm"/>
          </a:ln>
        </p:spPr>
      </p:cxnSp>
      <p:sp>
        <p:nvSpPr>
          <p:cNvPr id="13" name="Google Shape;13;p1"/>
          <p:cNvSpPr txBox="1"/>
          <p:nvPr/>
        </p:nvSpPr>
        <p:spPr>
          <a:xfrm>
            <a:off x="162950" y="6429325"/>
            <a:ext cx="3925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1"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libguides.usc.edu/writingguide/literaturereview"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hyperlink" Target="https://www.library.universiteitleiden.nl/subject-guides/systematic-reviews" TargetMode="External"/><Relationship Id="rId4" Type="http://schemas.openxmlformats.org/officeDocument/2006/relationships/hyperlink" Target="https://doi.org/10.1111/j.1471-1842.2009.00848.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4"/>
          <p:cNvSpPr>
            <a:spLocks noGrp="1"/>
          </p:cNvSpPr>
          <p:nvPr>
            <p:ph type="pic" idx="4294967295"/>
          </p:nvPr>
        </p:nvSpPr>
        <p:spPr>
          <a:xfrm>
            <a:off x="450850" y="695771"/>
            <a:ext cx="11290300" cy="3557587"/>
          </a:xfrm>
          <a:prstGeom prst="rect">
            <a:avLst/>
          </a:prstGeom>
        </p:spPr>
        <p:txBody>
          <a:bodyPr spcFirstLastPara="1" wrap="square" lIns="91425" tIns="45700" rIns="91425" bIns="45700" anchor="t" anchorCtr="0">
            <a:noAutofit/>
          </a:bodyPr>
          <a:lstStyle/>
          <a:p>
            <a:pPr marL="0" lvl="0" indent="0" rtl="0">
              <a:lnSpc>
                <a:spcPct val="107916"/>
              </a:lnSpc>
              <a:spcBef>
                <a:spcPts val="0"/>
              </a:spcBef>
              <a:spcAft>
                <a:spcPts val="0"/>
              </a:spcAft>
              <a:buNone/>
            </a:pPr>
            <a:r>
              <a:rPr lang="en-US" sz="3600" b="1" dirty="0">
                <a:solidFill>
                  <a:schemeClr val="accent2"/>
                </a:solidFill>
                <a:latin typeface="Times New Roman" panose="02020603050405020304" pitchFamily="18" charset="0"/>
                <a:cs typeface="Times New Roman" panose="02020603050405020304" pitchFamily="18" charset="0"/>
              </a:rPr>
              <a:t>2025 BA-</a:t>
            </a:r>
            <a:r>
              <a:rPr lang="en-US" sz="3600" b="1" dirty="0" err="1">
                <a:solidFill>
                  <a:schemeClr val="accent2"/>
                </a:solidFill>
                <a:latin typeface="Times New Roman" panose="02020603050405020304" pitchFamily="18" charset="0"/>
                <a:cs typeface="Times New Roman" panose="02020603050405020304" pitchFamily="18" charset="0"/>
              </a:rPr>
              <a:t>Eindwerkstuk</a:t>
            </a:r>
            <a:r>
              <a:rPr lang="en-US" sz="3600" b="1" dirty="0">
                <a:solidFill>
                  <a:schemeClr val="accent2"/>
                </a:solidFill>
                <a:latin typeface="Times New Roman" panose="02020603050405020304" pitchFamily="18" charset="0"/>
                <a:cs typeface="Times New Roman" panose="02020603050405020304" pitchFamily="18" charset="0"/>
              </a:rPr>
              <a:t> Seminar</a:t>
            </a:r>
            <a:endParaRPr lang="en-US" sz="3600" b="1" dirty="0">
              <a:latin typeface="Times New Roman" panose="02020603050405020304" pitchFamily="18" charset="0"/>
              <a:cs typeface="Times New Roman" panose="02020603050405020304" pitchFamily="18" charset="0"/>
              <a:sym typeface="Times New Roman"/>
            </a:endParaRPr>
          </a:p>
          <a:p>
            <a:pPr marL="0" lvl="0" indent="0" rtl="0">
              <a:lnSpc>
                <a:spcPct val="107916"/>
              </a:lnSpc>
              <a:spcBef>
                <a:spcPts val="0"/>
              </a:spcBef>
              <a:spcAft>
                <a:spcPts val="0"/>
              </a:spcAft>
              <a:buNone/>
            </a:pPr>
            <a:endParaRPr lang="en-US" sz="3200" dirty="0">
              <a:solidFill>
                <a:schemeClr val="accent2"/>
              </a:solidFill>
              <a:latin typeface="Times New Roman" panose="02020603050405020304" pitchFamily="18" charset="0"/>
              <a:cs typeface="Times New Roman" panose="02020603050405020304" pitchFamily="18" charset="0"/>
              <a:sym typeface="Times New Roman"/>
            </a:endParaRPr>
          </a:p>
          <a:p>
            <a:pPr marL="0" lvl="0" indent="0" rtl="0">
              <a:lnSpc>
                <a:spcPct val="107916"/>
              </a:lnSpc>
              <a:spcBef>
                <a:spcPts val="0"/>
              </a:spcBef>
              <a:spcAft>
                <a:spcPts val="0"/>
              </a:spcAft>
              <a:buNone/>
            </a:pPr>
            <a:endParaRPr lang="en-US" sz="3200" dirty="0">
              <a:solidFill>
                <a:schemeClr val="accent2"/>
              </a:solidFill>
              <a:latin typeface="Times New Roman" panose="02020603050405020304" pitchFamily="18" charset="0"/>
              <a:cs typeface="Times New Roman" panose="02020603050405020304" pitchFamily="18" charset="0"/>
              <a:sym typeface="Times New Roman"/>
            </a:endParaRPr>
          </a:p>
          <a:p>
            <a:pPr marL="0" lvl="0" indent="0" rtl="0">
              <a:lnSpc>
                <a:spcPct val="107916"/>
              </a:lnSpc>
              <a:spcBef>
                <a:spcPts val="0"/>
              </a:spcBef>
              <a:spcAft>
                <a:spcPts val="0"/>
              </a:spcAft>
              <a:buNone/>
            </a:pPr>
            <a:r>
              <a:rPr lang="en-US" sz="3200" dirty="0">
                <a:solidFill>
                  <a:schemeClr val="accent2"/>
                </a:solidFill>
                <a:latin typeface="Times New Roman" panose="02020603050405020304" pitchFamily="18" charset="0"/>
                <a:cs typeface="Times New Roman" panose="02020603050405020304" pitchFamily="18" charset="0"/>
                <a:sym typeface="Times New Roman"/>
              </a:rPr>
              <a:t>Class #3: Conducting a Literature Review</a:t>
            </a:r>
          </a:p>
          <a:p>
            <a:pPr marL="0" lvl="0" indent="0" rtl="0">
              <a:lnSpc>
                <a:spcPct val="107916"/>
              </a:lnSpc>
              <a:spcBef>
                <a:spcPts val="0"/>
              </a:spcBef>
              <a:spcAft>
                <a:spcPts val="0"/>
              </a:spcAft>
              <a:buNone/>
            </a:pPr>
            <a:endParaRPr lang="en-US" sz="3200" dirty="0">
              <a:latin typeface="Times New Roman" panose="02020603050405020304" pitchFamily="18" charset="0"/>
              <a:cs typeface="Times New Roman" panose="02020603050405020304" pitchFamily="18" charset="0"/>
              <a:sym typeface="Times New Roman"/>
            </a:endParaRPr>
          </a:p>
          <a:p>
            <a:pPr marL="0" lvl="0" indent="0" rtl="0">
              <a:lnSpc>
                <a:spcPct val="107916"/>
              </a:lnSpc>
              <a:spcBef>
                <a:spcPts val="0"/>
              </a:spcBef>
              <a:spcAft>
                <a:spcPts val="0"/>
              </a:spcAft>
              <a:buNone/>
            </a:pPr>
            <a:endParaRPr lang="en-US" sz="3200" dirty="0">
              <a:latin typeface="Times New Roman" panose="02020603050405020304" pitchFamily="18" charset="0"/>
              <a:cs typeface="Times New Roman" panose="02020603050405020304" pitchFamily="18" charset="0"/>
            </a:endParaRPr>
          </a:p>
          <a:p>
            <a:pPr marL="0" indent="0">
              <a:lnSpc>
                <a:spcPct val="107916"/>
              </a:lnSpc>
              <a:spcBef>
                <a:spcPts val="0"/>
              </a:spcBef>
              <a:buNone/>
            </a:pPr>
            <a:endParaRPr lang="en-US" sz="3200" dirty="0">
              <a:latin typeface="Times New Roman" panose="02020603050405020304" pitchFamily="18" charset="0"/>
              <a:cs typeface="Times New Roman" panose="02020603050405020304" pitchFamily="18" charset="0"/>
            </a:endParaRPr>
          </a:p>
          <a:p>
            <a:pPr marL="0" indent="0">
              <a:lnSpc>
                <a:spcPct val="107916"/>
              </a:lnSpc>
              <a:spcBef>
                <a:spcPts val="0"/>
              </a:spcBef>
              <a:buNone/>
            </a:pPr>
            <a:endParaRPr lang="en-US" sz="3200" dirty="0">
              <a:latin typeface="Times New Roman" panose="02020603050405020304" pitchFamily="18" charset="0"/>
              <a:cs typeface="Times New Roman" panose="02020603050405020304" pitchFamily="18" charset="0"/>
            </a:endParaRPr>
          </a:p>
          <a:p>
            <a:pPr marL="0" indent="0">
              <a:lnSpc>
                <a:spcPct val="107916"/>
              </a:lnSpc>
              <a:spcBef>
                <a:spcPts val="0"/>
              </a:spcBef>
              <a:buNone/>
            </a:pPr>
            <a:r>
              <a:rPr lang="en-US" sz="3200" b="1" dirty="0">
                <a:latin typeface="Times New Roman" panose="02020603050405020304" pitchFamily="18" charset="0"/>
                <a:cs typeface="Times New Roman" panose="02020603050405020304" pitchFamily="18" charset="0"/>
              </a:rPr>
              <a:t>Workgroup 103</a:t>
            </a:r>
          </a:p>
          <a:p>
            <a:pPr marL="0" indent="0">
              <a:lnSpc>
                <a:spcPct val="107916"/>
              </a:lnSpc>
              <a:spcBef>
                <a:spcPts val="0"/>
              </a:spcBef>
              <a:buNone/>
            </a:pPr>
            <a:r>
              <a:rPr lang="en-US" sz="3200" dirty="0">
                <a:latin typeface="Times New Roman" panose="02020603050405020304" pitchFamily="18" charset="0"/>
                <a:cs typeface="Times New Roman" panose="02020603050405020304" pitchFamily="18" charset="0"/>
              </a:rPr>
              <a:t>Dr. Steven Denney</a:t>
            </a:r>
          </a:p>
          <a:p>
            <a:pPr marL="0" indent="0">
              <a:lnSpc>
                <a:spcPct val="107916"/>
              </a:lnSpc>
              <a:spcBef>
                <a:spcPts val="0"/>
              </a:spcBef>
              <a:buNone/>
            </a:pPr>
            <a:r>
              <a:rPr lang="en-US" sz="3200" dirty="0">
                <a:latin typeface="Times New Roman" panose="02020603050405020304" pitchFamily="18" charset="0"/>
                <a:cs typeface="Times New Roman" panose="02020603050405020304" pitchFamily="18" charset="0"/>
              </a:rPr>
              <a:t>Friday</a:t>
            </a:r>
            <a:r>
              <a:rPr lang="en-US" sz="3200">
                <a:latin typeface="Times New Roman" panose="02020603050405020304" pitchFamily="18" charset="0"/>
                <a:cs typeface="Times New Roman" panose="02020603050405020304" pitchFamily="18" charset="0"/>
              </a:rPr>
              <a:t>, 21 </a:t>
            </a:r>
            <a:r>
              <a:rPr lang="en-US" sz="3200" dirty="0">
                <a:latin typeface="Times New Roman" panose="02020603050405020304" pitchFamily="18" charset="0"/>
                <a:cs typeface="Times New Roman" panose="02020603050405020304" pitchFamily="18" charset="0"/>
              </a:rPr>
              <a:t>February 2025</a:t>
            </a:r>
          </a:p>
          <a:p>
            <a:pPr marL="0" lvl="0" indent="0" rtl="0">
              <a:lnSpc>
                <a:spcPct val="107916"/>
              </a:lnSpc>
              <a:spcBef>
                <a:spcPts val="0"/>
              </a:spcBef>
              <a:spcAft>
                <a:spcPts val="0"/>
              </a:spcAft>
              <a:buNone/>
            </a:pPr>
            <a:endParaRPr sz="3200" dirty="0">
              <a:solidFill>
                <a:schemeClr val="accent2"/>
              </a:solidFill>
              <a:latin typeface="Times New Roman" panose="02020603050405020304" pitchFamily="18" charset="0"/>
              <a:cs typeface="Times New Roman" panose="02020603050405020304" pitchFamily="18" charset="0"/>
              <a:sym typeface="Times New Roman"/>
            </a:endParaRPr>
          </a:p>
        </p:txBody>
      </p:sp>
      <p:pic>
        <p:nvPicPr>
          <p:cNvPr id="3" name="Picture 2">
            <a:extLst>
              <a:ext uri="{FF2B5EF4-FFF2-40B4-BE49-F238E27FC236}">
                <a16:creationId xmlns:a16="http://schemas.microsoft.com/office/drawing/2014/main" id="{5B06B60E-5AEE-EB5F-3381-363EA9888936}"/>
              </a:ext>
            </a:extLst>
          </p:cNvPr>
          <p:cNvPicPr>
            <a:picLocks noChangeAspect="1"/>
          </p:cNvPicPr>
          <p:nvPr/>
        </p:nvPicPr>
        <p:blipFill>
          <a:blip r:embed="rId3"/>
          <a:stretch>
            <a:fillRect/>
          </a:stretch>
        </p:blipFill>
        <p:spPr>
          <a:xfrm>
            <a:off x="8133127" y="5051360"/>
            <a:ext cx="3608273" cy="16062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770"/>
    </mc:Choice>
    <mc:Fallback xmlns="">
      <p:transition spd="slow" advTm="3077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200" b="1" dirty="0"/>
              <a:t> The question, problem &amp; analysis</a:t>
            </a:r>
            <a:endParaRPr sz="3200" b="1" dirty="0"/>
          </a:p>
        </p:txBody>
      </p:sp>
      <p:sp>
        <p:nvSpPr>
          <p:cNvPr id="104" name="Google Shape;104;p15"/>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marL="514350" indent="-514350">
              <a:lnSpc>
                <a:spcPct val="90000"/>
              </a:lnSpc>
              <a:spcBef>
                <a:spcPts val="1200"/>
              </a:spcBef>
              <a:buSzPct val="75000"/>
              <a:buFont typeface="+mj-lt"/>
              <a:buAutoNum type="arabicPeriod"/>
            </a:pPr>
            <a:r>
              <a:rPr lang="en-US" sz="3200" b="1" dirty="0"/>
              <a:t>What is your question?</a:t>
            </a:r>
          </a:p>
          <a:p>
            <a:pPr marL="514350" indent="-514350">
              <a:lnSpc>
                <a:spcPct val="90000"/>
              </a:lnSpc>
              <a:spcBef>
                <a:spcPts val="1200"/>
              </a:spcBef>
              <a:buSzPct val="75000"/>
              <a:buFont typeface="+mj-lt"/>
              <a:buAutoNum type="arabicPeriod"/>
            </a:pPr>
            <a:r>
              <a:rPr lang="en-US" sz="3200" b="1" dirty="0"/>
              <a:t>What is your problem?</a:t>
            </a:r>
          </a:p>
          <a:p>
            <a:pPr marL="514350" indent="-514350">
              <a:lnSpc>
                <a:spcPct val="90000"/>
              </a:lnSpc>
              <a:spcBef>
                <a:spcPts val="1200"/>
              </a:spcBef>
              <a:buSzPct val="75000"/>
              <a:buFont typeface="+mj-lt"/>
              <a:buAutoNum type="arabicPeriod"/>
            </a:pPr>
            <a:r>
              <a:rPr lang="en-US" sz="3200" b="1" dirty="0"/>
              <a:t>What are your sources, and how will you analyze them?</a:t>
            </a:r>
            <a:endParaRPr lang="en-US" sz="3200" dirty="0"/>
          </a:p>
        </p:txBody>
      </p:sp>
      <p:sp>
        <p:nvSpPr>
          <p:cNvPr id="105" name="Google Shape;105;p15"/>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730638550"/>
      </p:ext>
    </p:extLst>
  </p:cSld>
  <p:clrMapOvr>
    <a:masterClrMapping/>
  </p:clrMapOvr>
  <mc:AlternateContent xmlns:mc="http://schemas.openxmlformats.org/markup-compatibility/2006" xmlns:p14="http://schemas.microsoft.com/office/powerpoint/2010/main">
    <mc:Choice Requires="p14">
      <p:transition spd="slow" p14:dur="2000" advTm="67697"/>
    </mc:Choice>
    <mc:Fallback xmlns="">
      <p:transition spd="slow" advTm="6769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5306AC5A-A6D7-2F68-839F-C65FBF99E178}"/>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C7389585-950A-6CFF-C665-8A9C262377EA}"/>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Roadmap</a:t>
            </a:r>
            <a:endParaRPr sz="3600" b="1" dirty="0"/>
          </a:p>
        </p:txBody>
      </p:sp>
      <p:sp>
        <p:nvSpPr>
          <p:cNvPr id="104" name="Google Shape;104;p15">
            <a:extLst>
              <a:ext uri="{FF2B5EF4-FFF2-40B4-BE49-F238E27FC236}">
                <a16:creationId xmlns:a16="http://schemas.microsoft.com/office/drawing/2014/main" id="{C1C15627-F2FB-987E-8EDA-4809E07AD18D}"/>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marL="514350" indent="-514350">
              <a:lnSpc>
                <a:spcPct val="90000"/>
              </a:lnSpc>
              <a:spcBef>
                <a:spcPts val="1200"/>
              </a:spcBef>
              <a:buSzPct val="75000"/>
              <a:buFont typeface="+mj-lt"/>
              <a:buAutoNum type="arabicPeriod"/>
            </a:pPr>
            <a:r>
              <a:rPr lang="en-US" sz="3200" b="1" dirty="0"/>
              <a:t>Types of Literature Reviews</a:t>
            </a:r>
          </a:p>
          <a:p>
            <a:pPr marL="514350" indent="-514350">
              <a:lnSpc>
                <a:spcPct val="90000"/>
              </a:lnSpc>
              <a:spcBef>
                <a:spcPts val="1200"/>
              </a:spcBef>
              <a:buSzPct val="75000"/>
              <a:buFont typeface="+mj-lt"/>
              <a:buAutoNum type="arabicPeriod"/>
            </a:pPr>
            <a:r>
              <a:rPr lang="en-US" sz="3200" b="1" dirty="0"/>
              <a:t>Reflect</a:t>
            </a:r>
          </a:p>
          <a:p>
            <a:pPr marL="514350" indent="-514350">
              <a:lnSpc>
                <a:spcPct val="90000"/>
              </a:lnSpc>
              <a:spcBef>
                <a:spcPts val="1200"/>
              </a:spcBef>
              <a:buSzPct val="75000"/>
              <a:buFont typeface="+mj-lt"/>
              <a:buAutoNum type="arabicPeriod"/>
            </a:pPr>
            <a:r>
              <a:rPr lang="en-US" sz="3200" b="1" dirty="0"/>
              <a:t>Best Practices</a:t>
            </a:r>
          </a:p>
          <a:p>
            <a:pPr marL="514350" indent="-514350">
              <a:lnSpc>
                <a:spcPct val="90000"/>
              </a:lnSpc>
              <a:spcBef>
                <a:spcPts val="1200"/>
              </a:spcBef>
              <a:buSzPct val="75000"/>
              <a:buFont typeface="+mj-lt"/>
              <a:buAutoNum type="arabicPeriod"/>
            </a:pPr>
            <a:r>
              <a:rPr lang="en-US" sz="3200" b="1" dirty="0"/>
              <a:t>Example</a:t>
            </a:r>
          </a:p>
          <a:p>
            <a:pPr marL="514350" indent="-514350">
              <a:lnSpc>
                <a:spcPct val="90000"/>
              </a:lnSpc>
              <a:spcBef>
                <a:spcPts val="1200"/>
              </a:spcBef>
              <a:buSzPct val="75000"/>
              <a:buFont typeface="+mj-lt"/>
              <a:buAutoNum type="arabicPeriod"/>
            </a:pPr>
            <a:r>
              <a:rPr lang="en-US" sz="3200" b="1" dirty="0"/>
              <a:t>Exercise</a:t>
            </a:r>
          </a:p>
        </p:txBody>
      </p:sp>
      <p:sp>
        <p:nvSpPr>
          <p:cNvPr id="105" name="Google Shape;105;p15">
            <a:extLst>
              <a:ext uri="{FF2B5EF4-FFF2-40B4-BE49-F238E27FC236}">
                <a16:creationId xmlns:a16="http://schemas.microsoft.com/office/drawing/2014/main" id="{E2067FFA-C519-514E-0D06-5E22498F0000}"/>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1953435325"/>
      </p:ext>
    </p:extLst>
  </p:cSld>
  <p:clrMapOvr>
    <a:masterClrMapping/>
  </p:clrMapOvr>
  <mc:AlternateContent xmlns:mc="http://schemas.openxmlformats.org/markup-compatibility/2006" xmlns:p14="http://schemas.microsoft.com/office/powerpoint/2010/main">
    <mc:Choice Requires="p14">
      <p:transition spd="slow" p14:dur="2000" advTm="67697"/>
    </mc:Choice>
    <mc:Fallback xmlns="">
      <p:transition spd="slow" advTm="6769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Purpose of a Literature Review</a:t>
            </a:r>
            <a:endParaRPr sz="3600" b="1" dirty="0"/>
          </a:p>
        </p:txBody>
      </p:sp>
      <p:sp>
        <p:nvSpPr>
          <p:cNvPr id="104" name="Google Shape;104;p15"/>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indent="-457200">
              <a:lnSpc>
                <a:spcPct val="90000"/>
              </a:lnSpc>
              <a:spcBef>
                <a:spcPts val="1200"/>
              </a:spcBef>
              <a:buSzPct val="75000"/>
            </a:pPr>
            <a:r>
              <a:rPr lang="en-US" sz="3000" b="1" dirty="0"/>
              <a:t>Situates your research (question) in context: </a:t>
            </a:r>
            <a:r>
              <a:rPr lang="en-US" sz="3000" dirty="0"/>
              <a:t>Shows how your study extends, refines, or challenges existing work.</a:t>
            </a:r>
          </a:p>
          <a:p>
            <a:pPr indent="-457200">
              <a:lnSpc>
                <a:spcPct val="90000"/>
              </a:lnSpc>
              <a:spcBef>
                <a:spcPts val="1200"/>
              </a:spcBef>
              <a:buSzPct val="75000"/>
            </a:pPr>
            <a:r>
              <a:rPr lang="en-US" sz="3000" b="1" dirty="0"/>
              <a:t>Identifies gaps in knowledge: </a:t>
            </a:r>
            <a:r>
              <a:rPr lang="en-US" sz="3000" dirty="0"/>
              <a:t>Reveals contradictions, unresolved questions, or overlooked areas in prior studies.</a:t>
            </a:r>
          </a:p>
          <a:p>
            <a:pPr indent="-457200">
              <a:lnSpc>
                <a:spcPct val="90000"/>
              </a:lnSpc>
              <a:spcBef>
                <a:spcPts val="1200"/>
              </a:spcBef>
              <a:buSzPct val="75000"/>
            </a:pPr>
            <a:r>
              <a:rPr lang="en-US" sz="3000" b="1" dirty="0"/>
              <a:t>Motivates empirical strategies: </a:t>
            </a:r>
            <a:r>
              <a:rPr lang="en-US" sz="3000" dirty="0"/>
              <a:t>Shows what methods and empirical strategies are available and (sometimes) why these should be adjusted.</a:t>
            </a:r>
          </a:p>
          <a:p>
            <a:pPr indent="-457200">
              <a:lnSpc>
                <a:spcPct val="90000"/>
              </a:lnSpc>
              <a:spcBef>
                <a:spcPts val="1200"/>
              </a:spcBef>
              <a:buSzPct val="75000"/>
            </a:pPr>
            <a:r>
              <a:rPr lang="en-US" sz="3000" b="1" dirty="0"/>
              <a:t>Establishes researcher credibility and relevance: </a:t>
            </a:r>
            <a:r>
              <a:rPr lang="en-US" sz="3000" dirty="0"/>
              <a:t>Demonstrates you’ve built upon a recognized foundation of scholarship.</a:t>
            </a:r>
          </a:p>
        </p:txBody>
      </p:sp>
      <p:sp>
        <p:nvSpPr>
          <p:cNvPr id="105" name="Google Shape;105;p15"/>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2135668284"/>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ADEEAEE6-9926-0280-CD87-A2EA80367DBF}"/>
            </a:ext>
          </a:extLst>
        </p:cNvPr>
        <p:cNvGrpSpPr/>
        <p:nvPr/>
      </p:nvGrpSpPr>
      <p:grpSpPr>
        <a:xfrm>
          <a:off x="0" y="0"/>
          <a:ext cx="0" cy="0"/>
          <a:chOff x="0" y="0"/>
          <a:chExt cx="0" cy="0"/>
        </a:xfrm>
      </p:grpSpPr>
      <p:sp>
        <p:nvSpPr>
          <p:cNvPr id="121" name="Google Shape;121;p17">
            <a:extLst>
              <a:ext uri="{FF2B5EF4-FFF2-40B4-BE49-F238E27FC236}">
                <a16:creationId xmlns:a16="http://schemas.microsoft.com/office/drawing/2014/main" id="{5197D484-A4CA-8188-760D-22101B151FEE}"/>
              </a:ext>
            </a:extLst>
          </p:cNvPr>
          <p:cNvSpPr txBox="1">
            <a:spLocks noGrp="1"/>
          </p:cNvSpPr>
          <p:nvPr>
            <p:ph type="dt" idx="10"/>
          </p:nvPr>
        </p:nvSpPr>
        <p:spPr>
          <a:xfrm rot="-5400000">
            <a:off x="10095783" y="3087395"/>
            <a:ext cx="28449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
        <p:nvSpPr>
          <p:cNvPr id="2" name="Google Shape;103;p15">
            <a:extLst>
              <a:ext uri="{FF2B5EF4-FFF2-40B4-BE49-F238E27FC236}">
                <a16:creationId xmlns:a16="http://schemas.microsoft.com/office/drawing/2014/main" id="{7A2D7547-6E57-24DD-1EAC-ECECD16D9F39}"/>
              </a:ext>
            </a:extLst>
          </p:cNvPr>
          <p:cNvSpPr txBox="1">
            <a:spLocks/>
          </p:cNvSpPr>
          <p:nvPr/>
        </p:nvSpPr>
        <p:spPr>
          <a:xfrm>
            <a:off x="581250" y="2993195"/>
            <a:ext cx="11029500" cy="553500"/>
          </a:xfrm>
          <a:prstGeom prst="rect">
            <a:avLst/>
          </a:pr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4400"/>
              <a:buFont typeface="Arial"/>
              <a:buChar char="●"/>
              <a:defRPr sz="4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buFont typeface="Arial"/>
              <a:buNone/>
            </a:pPr>
            <a:r>
              <a:rPr lang="en-US" sz="3600" b="1" dirty="0">
                <a:latin typeface="Garamond" panose="02020404030301010803" pitchFamily="18" charset="0"/>
              </a:rPr>
              <a:t>Types of Literature Reviews</a:t>
            </a:r>
          </a:p>
        </p:txBody>
      </p:sp>
    </p:spTree>
    <p:extLst>
      <p:ext uri="{BB962C8B-B14F-4D97-AF65-F5344CB8AC3E}">
        <p14:creationId xmlns:p14="http://schemas.microsoft.com/office/powerpoint/2010/main" val="3601689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624014C2-987C-11F3-7E75-0055E2FBCAEF}"/>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97F1891F-64E8-A806-94CF-2BCB1AB25D75}"/>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Argumentative Review</a:t>
            </a:r>
            <a:endParaRPr sz="3600" b="1" dirty="0"/>
          </a:p>
        </p:txBody>
      </p:sp>
      <p:sp>
        <p:nvSpPr>
          <p:cNvPr id="104" name="Google Shape;104;p15">
            <a:extLst>
              <a:ext uri="{FF2B5EF4-FFF2-40B4-BE49-F238E27FC236}">
                <a16:creationId xmlns:a16="http://schemas.microsoft.com/office/drawing/2014/main" id="{0C993866-91F4-B5F1-36BD-0A002361488D}"/>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indent="-457200">
              <a:lnSpc>
                <a:spcPct val="90000"/>
              </a:lnSpc>
              <a:spcBef>
                <a:spcPts val="1200"/>
              </a:spcBef>
              <a:buSzPct val="75000"/>
            </a:pPr>
            <a:r>
              <a:rPr lang="en-US" sz="3200" b="1" dirty="0"/>
              <a:t>Purpose: </a:t>
            </a:r>
            <a:r>
              <a:rPr lang="en-US" sz="3200" dirty="0"/>
              <a:t>Critically examine a body of literature to support or refute an existing argument or assumption.</a:t>
            </a:r>
          </a:p>
          <a:p>
            <a:pPr indent="-457200">
              <a:lnSpc>
                <a:spcPct val="90000"/>
              </a:lnSpc>
              <a:spcBef>
                <a:spcPts val="1200"/>
              </a:spcBef>
              <a:buSzPct val="75000"/>
            </a:pPr>
            <a:r>
              <a:rPr lang="en-US" sz="3200" b="1" dirty="0"/>
              <a:t>Approach: </a:t>
            </a:r>
            <a:r>
              <a:rPr lang="en-US" sz="3200" dirty="0"/>
              <a:t>Selectively include sources to develop a stance or “contrarian” viewpoint.</a:t>
            </a:r>
          </a:p>
          <a:p>
            <a:pPr indent="-457200">
              <a:lnSpc>
                <a:spcPct val="90000"/>
              </a:lnSpc>
              <a:spcBef>
                <a:spcPts val="1200"/>
              </a:spcBef>
              <a:buSzPct val="75000"/>
            </a:pPr>
            <a:r>
              <a:rPr lang="en-US" sz="3200" b="1" dirty="0"/>
              <a:t>Watch out for: </a:t>
            </a:r>
            <a:r>
              <a:rPr lang="en-US" sz="3200" dirty="0"/>
              <a:t>Potential bias—argumentative reviews can overemphasize sources that favor one side.</a:t>
            </a:r>
          </a:p>
        </p:txBody>
      </p:sp>
      <p:sp>
        <p:nvSpPr>
          <p:cNvPr id="105" name="Google Shape;105;p15">
            <a:extLst>
              <a:ext uri="{FF2B5EF4-FFF2-40B4-BE49-F238E27FC236}">
                <a16:creationId xmlns:a16="http://schemas.microsoft.com/office/drawing/2014/main" id="{C72B1462-6230-6B5B-2CDC-22A6F8196F38}"/>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3094436648"/>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26798C72-371B-25D2-021C-6792047C9E89}"/>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2E28A136-66DA-2194-FF0F-348E3C695D7C}"/>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Integrative Review</a:t>
            </a:r>
            <a:endParaRPr sz="3600" b="1" dirty="0"/>
          </a:p>
        </p:txBody>
      </p:sp>
      <p:sp>
        <p:nvSpPr>
          <p:cNvPr id="104" name="Google Shape;104;p15">
            <a:extLst>
              <a:ext uri="{FF2B5EF4-FFF2-40B4-BE49-F238E27FC236}">
                <a16:creationId xmlns:a16="http://schemas.microsoft.com/office/drawing/2014/main" id="{6E9057AC-5EDB-4502-9FD3-0E2DD9B32946}"/>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indent="-457200">
              <a:lnSpc>
                <a:spcPct val="90000"/>
              </a:lnSpc>
              <a:spcBef>
                <a:spcPts val="1200"/>
              </a:spcBef>
              <a:buSzPct val="75000"/>
            </a:pPr>
            <a:r>
              <a:rPr lang="en-US" sz="3200" b="1" dirty="0"/>
              <a:t>Purpose: </a:t>
            </a:r>
            <a:r>
              <a:rPr lang="en-US" sz="3200" dirty="0"/>
              <a:t>Summarize and synthesize past research to generate new perspectives.</a:t>
            </a:r>
          </a:p>
          <a:p>
            <a:pPr indent="-457200">
              <a:lnSpc>
                <a:spcPct val="90000"/>
              </a:lnSpc>
              <a:spcBef>
                <a:spcPts val="1200"/>
              </a:spcBef>
              <a:buSzPct val="75000"/>
            </a:pPr>
            <a:r>
              <a:rPr lang="en-US" sz="3200" b="1" dirty="0"/>
              <a:t>Approach: </a:t>
            </a:r>
            <a:r>
              <a:rPr lang="en-US" sz="3200" dirty="0"/>
              <a:t>Include all relevant studies addressing the same research question or hypothesis.</a:t>
            </a:r>
          </a:p>
          <a:p>
            <a:pPr indent="-457200">
              <a:lnSpc>
                <a:spcPct val="90000"/>
              </a:lnSpc>
              <a:spcBef>
                <a:spcPts val="1200"/>
              </a:spcBef>
              <a:buSzPct val="75000"/>
            </a:pPr>
            <a:r>
              <a:rPr lang="en-US" sz="3200" b="1" dirty="0"/>
              <a:t>Key value: </a:t>
            </a:r>
            <a:r>
              <a:rPr lang="en-US" sz="3200" dirty="0"/>
              <a:t>Creates or refines frameworks and theories.</a:t>
            </a:r>
          </a:p>
          <a:p>
            <a:pPr indent="-457200">
              <a:lnSpc>
                <a:spcPct val="90000"/>
              </a:lnSpc>
              <a:spcBef>
                <a:spcPts val="1200"/>
              </a:spcBef>
              <a:buSzPct val="75000"/>
            </a:pPr>
            <a:endParaRPr lang="en-US" sz="3200" dirty="0"/>
          </a:p>
          <a:p>
            <a:pPr marL="0" indent="0">
              <a:lnSpc>
                <a:spcPct val="90000"/>
              </a:lnSpc>
              <a:spcBef>
                <a:spcPts val="1200"/>
              </a:spcBef>
              <a:buSzPct val="75000"/>
              <a:buNone/>
            </a:pPr>
            <a:r>
              <a:rPr lang="en-US" sz="3200" i="1" dirty="0"/>
              <a:t>Most common type in the social sciences.</a:t>
            </a:r>
          </a:p>
        </p:txBody>
      </p:sp>
      <p:sp>
        <p:nvSpPr>
          <p:cNvPr id="105" name="Google Shape;105;p15">
            <a:extLst>
              <a:ext uri="{FF2B5EF4-FFF2-40B4-BE49-F238E27FC236}">
                <a16:creationId xmlns:a16="http://schemas.microsoft.com/office/drawing/2014/main" id="{3BEC85F1-0D91-6BA2-3BA3-BE0F2805EB17}"/>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196581224"/>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06403C54-96E0-A085-0DB6-1E9EF36874A5}"/>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2D3D7D5E-AF64-8843-B87C-E622631EC4D4}"/>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Historical Review</a:t>
            </a:r>
            <a:endParaRPr sz="3600" b="1" dirty="0"/>
          </a:p>
        </p:txBody>
      </p:sp>
      <p:sp>
        <p:nvSpPr>
          <p:cNvPr id="104" name="Google Shape;104;p15">
            <a:extLst>
              <a:ext uri="{FF2B5EF4-FFF2-40B4-BE49-F238E27FC236}">
                <a16:creationId xmlns:a16="http://schemas.microsoft.com/office/drawing/2014/main" id="{63FD8A0F-AAF0-56DA-E862-C92406B17040}"/>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indent="-457200">
              <a:lnSpc>
                <a:spcPct val="90000"/>
              </a:lnSpc>
              <a:spcBef>
                <a:spcPts val="1200"/>
              </a:spcBef>
              <a:buSzPct val="75000"/>
            </a:pPr>
            <a:r>
              <a:rPr lang="en-US" sz="3200" b="1" dirty="0"/>
              <a:t>Purpose: </a:t>
            </a:r>
            <a:r>
              <a:rPr lang="en-US" sz="3200" dirty="0"/>
              <a:t>Trace the chronological development of a theory, concept, or issue.</a:t>
            </a:r>
          </a:p>
          <a:p>
            <a:pPr indent="-457200">
              <a:lnSpc>
                <a:spcPct val="90000"/>
              </a:lnSpc>
              <a:spcBef>
                <a:spcPts val="1200"/>
              </a:spcBef>
              <a:buSzPct val="75000"/>
            </a:pPr>
            <a:r>
              <a:rPr lang="en-US" sz="3200" b="1" dirty="0"/>
              <a:t>Approach: </a:t>
            </a:r>
            <a:r>
              <a:rPr lang="en-US" sz="3200" dirty="0"/>
              <a:t>Identify how a topic or scholarly conversation evolved through time.</a:t>
            </a:r>
          </a:p>
          <a:p>
            <a:pPr indent="-457200">
              <a:lnSpc>
                <a:spcPct val="90000"/>
              </a:lnSpc>
              <a:spcBef>
                <a:spcPts val="1200"/>
              </a:spcBef>
              <a:buSzPct val="75000"/>
            </a:pPr>
            <a:r>
              <a:rPr lang="en-US" sz="3200" b="1" dirty="0"/>
              <a:t>Key value: </a:t>
            </a:r>
            <a:r>
              <a:rPr lang="en-US" sz="3200" dirty="0"/>
              <a:t>Provides historical context and identifies trends or turning points to inform future research.</a:t>
            </a:r>
            <a:endParaRPr lang="en-US" sz="3200" i="1" dirty="0"/>
          </a:p>
        </p:txBody>
      </p:sp>
      <p:sp>
        <p:nvSpPr>
          <p:cNvPr id="105" name="Google Shape;105;p15">
            <a:extLst>
              <a:ext uri="{FF2B5EF4-FFF2-40B4-BE49-F238E27FC236}">
                <a16:creationId xmlns:a16="http://schemas.microsoft.com/office/drawing/2014/main" id="{B89D660A-75B3-5A7E-866D-BA70F463DE26}"/>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138494029"/>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AFF0720C-403E-3A91-1D63-F47B48DFA019}"/>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DB4C9E6A-7DD6-63FE-4EB9-DBC84B70A0E2}"/>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Methodological Review</a:t>
            </a:r>
            <a:endParaRPr sz="3600" b="1" dirty="0"/>
          </a:p>
        </p:txBody>
      </p:sp>
      <p:sp>
        <p:nvSpPr>
          <p:cNvPr id="104" name="Google Shape;104;p15">
            <a:extLst>
              <a:ext uri="{FF2B5EF4-FFF2-40B4-BE49-F238E27FC236}">
                <a16:creationId xmlns:a16="http://schemas.microsoft.com/office/drawing/2014/main" id="{09D90195-EBE5-9A5F-F78F-F0703AA222A9}"/>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indent="-457200">
              <a:lnSpc>
                <a:spcPct val="90000"/>
              </a:lnSpc>
              <a:spcBef>
                <a:spcPts val="1200"/>
              </a:spcBef>
              <a:buSzPct val="75000"/>
            </a:pPr>
            <a:r>
              <a:rPr lang="en-US" sz="3200" b="1" dirty="0"/>
              <a:t>Purpose: </a:t>
            </a:r>
            <a:r>
              <a:rPr lang="en-US" sz="3200" dirty="0"/>
              <a:t>Focus on research methods rather than findings.</a:t>
            </a:r>
          </a:p>
          <a:p>
            <a:pPr indent="-457200">
              <a:lnSpc>
                <a:spcPct val="90000"/>
              </a:lnSpc>
              <a:spcBef>
                <a:spcPts val="1200"/>
              </a:spcBef>
              <a:buSzPct val="75000"/>
            </a:pPr>
            <a:r>
              <a:rPr lang="en-US" sz="3200" b="1" dirty="0"/>
              <a:t>Approach: </a:t>
            </a:r>
            <a:r>
              <a:rPr lang="en-US" sz="3200" dirty="0"/>
              <a:t>Compare how studies collect and analyze data, exposing strengths, weaknesses, or patterns.</a:t>
            </a:r>
          </a:p>
          <a:p>
            <a:pPr indent="-457200">
              <a:lnSpc>
                <a:spcPct val="90000"/>
              </a:lnSpc>
              <a:spcBef>
                <a:spcPts val="1200"/>
              </a:spcBef>
              <a:buSzPct val="75000"/>
            </a:pPr>
            <a:r>
              <a:rPr lang="en-US" sz="3200" b="1" dirty="0"/>
              <a:t>Key value: </a:t>
            </a:r>
            <a:r>
              <a:rPr lang="en-US" sz="3200" dirty="0"/>
              <a:t>Highlights new approaches, ethical considerations, and overlooked techniques in the field.</a:t>
            </a:r>
            <a:endParaRPr lang="en-US" sz="3200" i="1" dirty="0"/>
          </a:p>
        </p:txBody>
      </p:sp>
      <p:sp>
        <p:nvSpPr>
          <p:cNvPr id="105" name="Google Shape;105;p15">
            <a:extLst>
              <a:ext uri="{FF2B5EF4-FFF2-40B4-BE49-F238E27FC236}">
                <a16:creationId xmlns:a16="http://schemas.microsoft.com/office/drawing/2014/main" id="{803909C2-7443-3B9B-C142-DD2D4E71AF76}"/>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886217308"/>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B50BA812-B267-5EB2-B21E-F245F65DDF27}"/>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B5A02CF8-E33A-B0BD-C03C-0F9F7BD7391E}"/>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Systematic Review</a:t>
            </a:r>
            <a:endParaRPr sz="3600" b="1" dirty="0"/>
          </a:p>
        </p:txBody>
      </p:sp>
      <p:sp>
        <p:nvSpPr>
          <p:cNvPr id="104" name="Google Shape;104;p15">
            <a:extLst>
              <a:ext uri="{FF2B5EF4-FFF2-40B4-BE49-F238E27FC236}">
                <a16:creationId xmlns:a16="http://schemas.microsoft.com/office/drawing/2014/main" id="{BCDD482C-942E-2509-0DDE-FAB034A3E5C7}"/>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indent="-457200">
              <a:lnSpc>
                <a:spcPct val="90000"/>
              </a:lnSpc>
              <a:spcBef>
                <a:spcPts val="1200"/>
              </a:spcBef>
              <a:buSzPct val="75000"/>
            </a:pPr>
            <a:r>
              <a:rPr lang="en-US" sz="3200" b="1" dirty="0"/>
              <a:t>Purpose: </a:t>
            </a:r>
            <a:r>
              <a:rPr lang="en-US" sz="3200" dirty="0"/>
              <a:t>Provide a comprehensive and unbiased summary of all available evidence on a focused research question.</a:t>
            </a:r>
          </a:p>
          <a:p>
            <a:pPr indent="-457200">
              <a:lnSpc>
                <a:spcPct val="90000"/>
              </a:lnSpc>
              <a:spcBef>
                <a:spcPts val="1200"/>
              </a:spcBef>
              <a:buSzPct val="75000"/>
            </a:pPr>
            <a:r>
              <a:rPr lang="en-US" sz="3200" b="1" dirty="0"/>
              <a:t>Approach: </a:t>
            </a:r>
            <a:r>
              <a:rPr lang="en-US" sz="3200" dirty="0"/>
              <a:t>Follows predetermined, transparent criteria to search, evaluate, and synthesize existing research.</a:t>
            </a:r>
          </a:p>
          <a:p>
            <a:pPr indent="-457200">
              <a:lnSpc>
                <a:spcPct val="90000"/>
              </a:lnSpc>
              <a:spcBef>
                <a:spcPts val="1200"/>
              </a:spcBef>
              <a:buSzPct val="75000"/>
            </a:pPr>
            <a:r>
              <a:rPr lang="en-US" sz="3200" b="1" dirty="0"/>
              <a:t>Typical in: </a:t>
            </a:r>
            <a:r>
              <a:rPr lang="en-US" sz="3200" dirty="0"/>
              <a:t>Clinical and health-related fields, but increasingly adopted in the social sciences.</a:t>
            </a:r>
            <a:endParaRPr lang="en-US" sz="3200" i="1" dirty="0"/>
          </a:p>
        </p:txBody>
      </p:sp>
      <p:sp>
        <p:nvSpPr>
          <p:cNvPr id="105" name="Google Shape;105;p15">
            <a:extLst>
              <a:ext uri="{FF2B5EF4-FFF2-40B4-BE49-F238E27FC236}">
                <a16:creationId xmlns:a16="http://schemas.microsoft.com/office/drawing/2014/main" id="{9D4BD197-481D-86C7-D053-179138E83BE2}"/>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705384182"/>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E6649F55-2EEB-9544-7ADA-DEC8E9400546}"/>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EB73E9FB-F343-9A5C-B30C-9D6F41D5E364}"/>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Theoretical Review</a:t>
            </a:r>
            <a:endParaRPr sz="3600" b="1" dirty="0"/>
          </a:p>
        </p:txBody>
      </p:sp>
      <p:sp>
        <p:nvSpPr>
          <p:cNvPr id="104" name="Google Shape;104;p15">
            <a:extLst>
              <a:ext uri="{FF2B5EF4-FFF2-40B4-BE49-F238E27FC236}">
                <a16:creationId xmlns:a16="http://schemas.microsoft.com/office/drawing/2014/main" id="{E49A36E2-1B13-AD0C-54BC-7830ABA2E028}"/>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indent="-457200">
              <a:lnSpc>
                <a:spcPct val="90000"/>
              </a:lnSpc>
              <a:spcBef>
                <a:spcPts val="1200"/>
              </a:spcBef>
              <a:buSzPct val="75000"/>
            </a:pPr>
            <a:r>
              <a:rPr lang="en-US" sz="3200" b="1" dirty="0"/>
              <a:t>Purpose: </a:t>
            </a:r>
            <a:r>
              <a:rPr lang="en-US" sz="3200" dirty="0"/>
              <a:t>Examine how theory or theories have evolved to explain a phenomenon.</a:t>
            </a:r>
          </a:p>
          <a:p>
            <a:pPr indent="-457200">
              <a:lnSpc>
                <a:spcPct val="90000"/>
              </a:lnSpc>
              <a:spcBef>
                <a:spcPts val="1200"/>
              </a:spcBef>
              <a:buSzPct val="75000"/>
            </a:pPr>
            <a:r>
              <a:rPr lang="en-US" sz="3200" b="1" dirty="0"/>
              <a:t>Approach: </a:t>
            </a:r>
            <a:r>
              <a:rPr lang="en-US" sz="3200" dirty="0"/>
              <a:t>Explore existing conceptual frameworks; identify gaps or inconsistencies; propose new hypotheses.</a:t>
            </a:r>
          </a:p>
          <a:p>
            <a:pPr indent="-457200">
              <a:lnSpc>
                <a:spcPct val="90000"/>
              </a:lnSpc>
              <a:spcBef>
                <a:spcPts val="1200"/>
              </a:spcBef>
              <a:buSzPct val="75000"/>
            </a:pPr>
            <a:r>
              <a:rPr lang="en-US" sz="3200" b="1" dirty="0"/>
              <a:t>Key value: </a:t>
            </a:r>
            <a:r>
              <a:rPr lang="en-US" sz="3200" dirty="0"/>
              <a:t>Helps establish the theoretical basis for your own study and points to directions for further research.</a:t>
            </a:r>
            <a:endParaRPr lang="en-US" sz="3200" i="1" dirty="0"/>
          </a:p>
        </p:txBody>
      </p:sp>
      <p:sp>
        <p:nvSpPr>
          <p:cNvPr id="105" name="Google Shape;105;p15">
            <a:extLst>
              <a:ext uri="{FF2B5EF4-FFF2-40B4-BE49-F238E27FC236}">
                <a16:creationId xmlns:a16="http://schemas.microsoft.com/office/drawing/2014/main" id="{16747708-CBF9-8A56-1EA1-7FF723CC24C6}"/>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919993063"/>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DC350CE0-36A0-388E-E424-EA6D8C4D312A}"/>
            </a:ext>
          </a:extLst>
        </p:cNvPr>
        <p:cNvGrpSpPr/>
        <p:nvPr/>
      </p:nvGrpSpPr>
      <p:grpSpPr>
        <a:xfrm>
          <a:off x="0" y="0"/>
          <a:ext cx="0" cy="0"/>
          <a:chOff x="0" y="0"/>
          <a:chExt cx="0" cy="0"/>
        </a:xfrm>
      </p:grpSpPr>
      <p:sp>
        <p:nvSpPr>
          <p:cNvPr id="121" name="Google Shape;121;p17">
            <a:extLst>
              <a:ext uri="{FF2B5EF4-FFF2-40B4-BE49-F238E27FC236}">
                <a16:creationId xmlns:a16="http://schemas.microsoft.com/office/drawing/2014/main" id="{4D20C4E4-532B-9D53-09CF-C49EF4652514}"/>
              </a:ext>
            </a:extLst>
          </p:cNvPr>
          <p:cNvSpPr txBox="1">
            <a:spLocks noGrp="1"/>
          </p:cNvSpPr>
          <p:nvPr>
            <p:ph type="dt" idx="10"/>
          </p:nvPr>
        </p:nvSpPr>
        <p:spPr>
          <a:xfrm rot="-5400000">
            <a:off x="10095783" y="3087395"/>
            <a:ext cx="28449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sp>
        <p:nvSpPr>
          <p:cNvPr id="2" name="Google Shape;103;p15">
            <a:extLst>
              <a:ext uri="{FF2B5EF4-FFF2-40B4-BE49-F238E27FC236}">
                <a16:creationId xmlns:a16="http://schemas.microsoft.com/office/drawing/2014/main" id="{FFBDBAE4-7328-A7ED-8137-0509EF6207FE}"/>
              </a:ext>
            </a:extLst>
          </p:cNvPr>
          <p:cNvSpPr txBox="1">
            <a:spLocks/>
          </p:cNvSpPr>
          <p:nvPr/>
        </p:nvSpPr>
        <p:spPr>
          <a:xfrm>
            <a:off x="581250" y="2993195"/>
            <a:ext cx="11029500" cy="553500"/>
          </a:xfrm>
          <a:prstGeom prst="rect">
            <a:avLst/>
          </a:pr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4400"/>
              <a:buFont typeface="Arial"/>
              <a:buChar char="●"/>
              <a:defRPr sz="4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buFont typeface="Arial"/>
              <a:buNone/>
            </a:pPr>
            <a:r>
              <a:rPr lang="en-US" sz="3600" b="1" dirty="0">
                <a:latin typeface="Garamond" panose="02020404030301010803" pitchFamily="18" charset="0"/>
              </a:rPr>
              <a:t>Reflect</a:t>
            </a:r>
          </a:p>
        </p:txBody>
      </p:sp>
    </p:spTree>
    <p:extLst>
      <p:ext uri="{BB962C8B-B14F-4D97-AF65-F5344CB8AC3E}">
        <p14:creationId xmlns:p14="http://schemas.microsoft.com/office/powerpoint/2010/main" val="3541591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E778DB1F-BC0B-36A7-5667-1E71B6AF8E13}"/>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41B1D549-3AAC-EF7A-CD64-70113D6AAED9}"/>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Types of Literature Reviews (recap)</a:t>
            </a:r>
            <a:endParaRPr sz="3600" b="1" dirty="0"/>
          </a:p>
        </p:txBody>
      </p:sp>
      <p:sp>
        <p:nvSpPr>
          <p:cNvPr id="104" name="Google Shape;104;p15">
            <a:extLst>
              <a:ext uri="{FF2B5EF4-FFF2-40B4-BE49-F238E27FC236}">
                <a16:creationId xmlns:a16="http://schemas.microsoft.com/office/drawing/2014/main" id="{59A71622-4451-6C57-5826-3C1372D969C1}"/>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indent="-457200">
              <a:lnSpc>
                <a:spcPct val="90000"/>
              </a:lnSpc>
              <a:spcBef>
                <a:spcPts val="1200"/>
              </a:spcBef>
              <a:buSzPct val="75000"/>
              <a:buFont typeface="+mj-lt"/>
              <a:buAutoNum type="arabicPeriod"/>
            </a:pPr>
            <a:r>
              <a:rPr lang="en-US" b="1" dirty="0"/>
              <a:t>Argumentative Review: </a:t>
            </a:r>
            <a:r>
              <a:rPr lang="en-US" dirty="0"/>
              <a:t>Support or refute an existing argument; watch for bias.</a:t>
            </a:r>
          </a:p>
          <a:p>
            <a:pPr indent="-457200">
              <a:lnSpc>
                <a:spcPct val="90000"/>
              </a:lnSpc>
              <a:spcBef>
                <a:spcPts val="1200"/>
              </a:spcBef>
              <a:buSzPct val="75000"/>
              <a:buFont typeface="+mj-lt"/>
              <a:buAutoNum type="arabicPeriod"/>
            </a:pPr>
            <a:r>
              <a:rPr lang="en-US" b="1" dirty="0"/>
              <a:t>Integrative Review: </a:t>
            </a:r>
            <a:r>
              <a:rPr lang="en-US" dirty="0"/>
              <a:t>Summarize and synthesize past research to propose new perspectives.</a:t>
            </a:r>
          </a:p>
          <a:p>
            <a:pPr indent="-457200">
              <a:lnSpc>
                <a:spcPct val="90000"/>
              </a:lnSpc>
              <a:spcBef>
                <a:spcPts val="1200"/>
              </a:spcBef>
              <a:buSzPct val="75000"/>
              <a:buFont typeface="+mj-lt"/>
              <a:buAutoNum type="arabicPeriod"/>
            </a:pPr>
            <a:r>
              <a:rPr lang="en-US" b="1" dirty="0"/>
              <a:t>Historical Review: </a:t>
            </a:r>
            <a:r>
              <a:rPr lang="en-US" dirty="0"/>
              <a:t>Trace the evolution of theories or topics over time.</a:t>
            </a:r>
          </a:p>
          <a:p>
            <a:pPr indent="-457200">
              <a:lnSpc>
                <a:spcPct val="90000"/>
              </a:lnSpc>
              <a:spcBef>
                <a:spcPts val="1200"/>
              </a:spcBef>
              <a:buSzPct val="75000"/>
              <a:buFont typeface="+mj-lt"/>
              <a:buAutoNum type="arabicPeriod"/>
            </a:pPr>
            <a:r>
              <a:rPr lang="en-US" b="1" dirty="0"/>
              <a:t>Methodological Review: </a:t>
            </a:r>
            <a:r>
              <a:rPr lang="en-US" dirty="0"/>
              <a:t>Focus on methods and approaches used, not just findings.</a:t>
            </a:r>
          </a:p>
          <a:p>
            <a:pPr indent="-457200">
              <a:lnSpc>
                <a:spcPct val="90000"/>
              </a:lnSpc>
              <a:spcBef>
                <a:spcPts val="1200"/>
              </a:spcBef>
              <a:buSzPct val="75000"/>
              <a:buFont typeface="+mj-lt"/>
              <a:buAutoNum type="arabicPeriod"/>
            </a:pPr>
            <a:r>
              <a:rPr lang="en-US" b="1" dirty="0"/>
              <a:t>Systematic Review: </a:t>
            </a:r>
            <a:r>
              <a:rPr lang="en-US" dirty="0"/>
              <a:t>Formal, exhaustive search with strict criteria; common in clinical/social sciences. </a:t>
            </a:r>
          </a:p>
          <a:p>
            <a:pPr indent="-457200">
              <a:lnSpc>
                <a:spcPct val="90000"/>
              </a:lnSpc>
              <a:spcBef>
                <a:spcPts val="1200"/>
              </a:spcBef>
              <a:buSzPct val="75000"/>
              <a:buFont typeface="+mj-lt"/>
              <a:buAutoNum type="arabicPeriod"/>
            </a:pPr>
            <a:r>
              <a:rPr lang="en-US" b="1" dirty="0"/>
              <a:t>Theoretical Review: </a:t>
            </a:r>
            <a:r>
              <a:rPr lang="en-US" dirty="0"/>
              <a:t>Examine how theories emerge and interrelate in your field.</a:t>
            </a:r>
          </a:p>
          <a:p>
            <a:pPr indent="-457200">
              <a:lnSpc>
                <a:spcPct val="90000"/>
              </a:lnSpc>
              <a:spcBef>
                <a:spcPts val="1200"/>
              </a:spcBef>
              <a:buSzPct val="75000"/>
              <a:buFont typeface="+mj-lt"/>
              <a:buAutoNum type="arabicPeriod"/>
            </a:pPr>
            <a:endParaRPr lang="en-US" i="1" dirty="0"/>
          </a:p>
          <a:p>
            <a:pPr marL="0" indent="0">
              <a:lnSpc>
                <a:spcPct val="90000"/>
              </a:lnSpc>
              <a:spcBef>
                <a:spcPts val="1200"/>
              </a:spcBef>
              <a:buSzPct val="75000"/>
              <a:buNone/>
            </a:pPr>
            <a:r>
              <a:rPr lang="en-US" i="1" dirty="0"/>
              <a:t>You will mix and match depending on your question, sources, and methods</a:t>
            </a:r>
          </a:p>
        </p:txBody>
      </p:sp>
      <p:sp>
        <p:nvSpPr>
          <p:cNvPr id="105" name="Google Shape;105;p15">
            <a:extLst>
              <a:ext uri="{FF2B5EF4-FFF2-40B4-BE49-F238E27FC236}">
                <a16:creationId xmlns:a16="http://schemas.microsoft.com/office/drawing/2014/main" id="{D4705C0C-BB5F-28C4-C88D-60EDB58E07BD}"/>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749247334"/>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7D27B8D8-4A1D-683D-157E-2B02A12F4BEB}"/>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FBE6C9A8-2DCD-9A16-9287-5AF54AB59F41}"/>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What about you?</a:t>
            </a:r>
            <a:endParaRPr sz="3600" b="1" dirty="0"/>
          </a:p>
        </p:txBody>
      </p:sp>
      <p:sp>
        <p:nvSpPr>
          <p:cNvPr id="104" name="Google Shape;104;p15">
            <a:extLst>
              <a:ext uri="{FF2B5EF4-FFF2-40B4-BE49-F238E27FC236}">
                <a16:creationId xmlns:a16="http://schemas.microsoft.com/office/drawing/2014/main" id="{53FDFC91-4FA2-D02D-2F96-43D1B7D2A22D}"/>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marL="342900" indent="-342900">
              <a:lnSpc>
                <a:spcPct val="90000"/>
              </a:lnSpc>
              <a:spcBef>
                <a:spcPts val="1200"/>
              </a:spcBef>
              <a:buSzPct val="75000"/>
            </a:pPr>
            <a:r>
              <a:rPr lang="en-US" sz="3200" b="1" dirty="0"/>
              <a:t>What is your “literature”?</a:t>
            </a:r>
          </a:p>
          <a:p>
            <a:pPr marL="342900" indent="-342900">
              <a:lnSpc>
                <a:spcPct val="90000"/>
              </a:lnSpc>
              <a:spcBef>
                <a:spcPts val="1200"/>
              </a:spcBef>
              <a:buSzPct val="75000"/>
            </a:pPr>
            <a:r>
              <a:rPr lang="en-US" sz="3200" b="1" dirty="0"/>
              <a:t>What kind of sources will you read?</a:t>
            </a:r>
          </a:p>
          <a:p>
            <a:pPr marL="342900" indent="-342900">
              <a:lnSpc>
                <a:spcPct val="90000"/>
              </a:lnSpc>
              <a:spcBef>
                <a:spcPts val="1200"/>
              </a:spcBef>
              <a:buSzPct val="75000"/>
            </a:pPr>
            <a:r>
              <a:rPr lang="en-US" sz="3200" b="1" dirty="0"/>
              <a:t>What kind of review(s) will you do?</a:t>
            </a:r>
          </a:p>
        </p:txBody>
      </p:sp>
      <p:sp>
        <p:nvSpPr>
          <p:cNvPr id="105" name="Google Shape;105;p15">
            <a:extLst>
              <a:ext uri="{FF2B5EF4-FFF2-40B4-BE49-F238E27FC236}">
                <a16:creationId xmlns:a16="http://schemas.microsoft.com/office/drawing/2014/main" id="{A7E746FC-FE44-3325-707C-8B7B4D2D839A}"/>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4037204646"/>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9C838F3A-44F5-DB8E-2378-23C9D8F99AB5}"/>
            </a:ext>
          </a:extLst>
        </p:cNvPr>
        <p:cNvGrpSpPr/>
        <p:nvPr/>
      </p:nvGrpSpPr>
      <p:grpSpPr>
        <a:xfrm>
          <a:off x="0" y="0"/>
          <a:ext cx="0" cy="0"/>
          <a:chOff x="0" y="0"/>
          <a:chExt cx="0" cy="0"/>
        </a:xfrm>
      </p:grpSpPr>
      <p:sp>
        <p:nvSpPr>
          <p:cNvPr id="121" name="Google Shape;121;p17">
            <a:extLst>
              <a:ext uri="{FF2B5EF4-FFF2-40B4-BE49-F238E27FC236}">
                <a16:creationId xmlns:a16="http://schemas.microsoft.com/office/drawing/2014/main" id="{1E0C0A4E-F0A1-327A-3915-C320356B85EA}"/>
              </a:ext>
            </a:extLst>
          </p:cNvPr>
          <p:cNvSpPr txBox="1">
            <a:spLocks noGrp="1"/>
          </p:cNvSpPr>
          <p:nvPr>
            <p:ph type="dt" idx="10"/>
          </p:nvPr>
        </p:nvSpPr>
        <p:spPr>
          <a:xfrm rot="-5400000">
            <a:off x="10095783" y="3087395"/>
            <a:ext cx="28449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a:p>
        </p:txBody>
      </p:sp>
      <p:sp>
        <p:nvSpPr>
          <p:cNvPr id="2" name="Google Shape;103;p15">
            <a:extLst>
              <a:ext uri="{FF2B5EF4-FFF2-40B4-BE49-F238E27FC236}">
                <a16:creationId xmlns:a16="http://schemas.microsoft.com/office/drawing/2014/main" id="{2B5A6DA1-C048-BDB1-F503-91DEFE7E6535}"/>
              </a:ext>
            </a:extLst>
          </p:cNvPr>
          <p:cNvSpPr txBox="1">
            <a:spLocks/>
          </p:cNvSpPr>
          <p:nvPr/>
        </p:nvSpPr>
        <p:spPr>
          <a:xfrm>
            <a:off x="581250" y="2993195"/>
            <a:ext cx="11029500" cy="553500"/>
          </a:xfrm>
          <a:prstGeom prst="rect">
            <a:avLst/>
          </a:pr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4400"/>
              <a:buFont typeface="Arial"/>
              <a:buChar char="●"/>
              <a:defRPr sz="4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buFont typeface="Arial"/>
              <a:buNone/>
            </a:pPr>
            <a:r>
              <a:rPr lang="en-US" sz="3600" b="1" dirty="0">
                <a:latin typeface="Garamond" panose="02020404030301010803" pitchFamily="18" charset="0"/>
              </a:rPr>
              <a:t>Best Practices</a:t>
            </a:r>
          </a:p>
        </p:txBody>
      </p:sp>
    </p:spTree>
    <p:extLst>
      <p:ext uri="{BB962C8B-B14F-4D97-AF65-F5344CB8AC3E}">
        <p14:creationId xmlns:p14="http://schemas.microsoft.com/office/powerpoint/2010/main" val="4184396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AA3CB4CA-875B-AD36-245A-A05800093488}"/>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E2504BD2-E1B1-5ACB-ABF6-E053C24A7E52}"/>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Preparation</a:t>
            </a:r>
            <a:endParaRPr sz="3600" b="1" dirty="0"/>
          </a:p>
        </p:txBody>
      </p:sp>
      <p:sp>
        <p:nvSpPr>
          <p:cNvPr id="104" name="Google Shape;104;p15">
            <a:extLst>
              <a:ext uri="{FF2B5EF4-FFF2-40B4-BE49-F238E27FC236}">
                <a16:creationId xmlns:a16="http://schemas.microsoft.com/office/drawing/2014/main" id="{8CA51F49-DF10-A517-C698-64415244754A}"/>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indent="-457200">
              <a:lnSpc>
                <a:spcPct val="90000"/>
              </a:lnSpc>
              <a:spcBef>
                <a:spcPts val="1200"/>
              </a:spcBef>
              <a:buSzPct val="75000"/>
            </a:pPr>
            <a:r>
              <a:rPr lang="en-US" sz="2800" b="1" dirty="0"/>
              <a:t>Clarify your research question: </a:t>
            </a:r>
            <a:r>
              <a:rPr lang="en-US" sz="2800" dirty="0"/>
              <a:t>Understand your main goal and how it fits existing studies. </a:t>
            </a:r>
          </a:p>
          <a:p>
            <a:pPr indent="-457200">
              <a:lnSpc>
                <a:spcPct val="90000"/>
              </a:lnSpc>
              <a:spcBef>
                <a:spcPts val="1200"/>
              </a:spcBef>
              <a:buSzPct val="75000"/>
            </a:pPr>
            <a:r>
              <a:rPr lang="en-US" sz="2800" b="1" dirty="0"/>
              <a:t>Conduct targeted searches: </a:t>
            </a:r>
            <a:r>
              <a:rPr lang="en-US" sz="2800" dirty="0"/>
              <a:t>Use library databases, journal indexes, citation tracking, and curated bibliographies. Make good use of bibliographies of representative studies! </a:t>
            </a:r>
          </a:p>
          <a:p>
            <a:pPr indent="-457200">
              <a:lnSpc>
                <a:spcPct val="90000"/>
              </a:lnSpc>
              <a:spcBef>
                <a:spcPts val="1200"/>
              </a:spcBef>
              <a:buSzPct val="75000"/>
            </a:pPr>
            <a:r>
              <a:rPr lang="en-US" sz="2800" b="1" dirty="0"/>
              <a:t>Collect and organize sources: </a:t>
            </a:r>
            <a:r>
              <a:rPr lang="en-US" sz="2800" dirty="0"/>
              <a:t>Gather essential studies (the “must-reads”) and categorize them thematically or chronologically. Work back from these.</a:t>
            </a:r>
            <a:endParaRPr lang="en-US" sz="2800" i="1" dirty="0"/>
          </a:p>
        </p:txBody>
      </p:sp>
      <p:sp>
        <p:nvSpPr>
          <p:cNvPr id="105" name="Google Shape;105;p15">
            <a:extLst>
              <a:ext uri="{FF2B5EF4-FFF2-40B4-BE49-F238E27FC236}">
                <a16:creationId xmlns:a16="http://schemas.microsoft.com/office/drawing/2014/main" id="{05430510-8980-D42D-A95C-C8F29B37FFAA}"/>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632620971"/>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0F893EA5-23C1-92A4-D615-13735D5B74C2}"/>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22CC73CE-BC8F-99E6-5D3E-CB99E3431B5F}"/>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Organization</a:t>
            </a:r>
            <a:endParaRPr sz="3600" b="1" dirty="0"/>
          </a:p>
        </p:txBody>
      </p:sp>
      <p:sp>
        <p:nvSpPr>
          <p:cNvPr id="104" name="Google Shape;104;p15">
            <a:extLst>
              <a:ext uri="{FF2B5EF4-FFF2-40B4-BE49-F238E27FC236}">
                <a16:creationId xmlns:a16="http://schemas.microsoft.com/office/drawing/2014/main" id="{A5CABE20-E46A-673A-0657-927DB1C50BD0}"/>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marL="342900" indent="-342900">
              <a:lnSpc>
                <a:spcPct val="90000"/>
              </a:lnSpc>
              <a:spcBef>
                <a:spcPts val="1200"/>
              </a:spcBef>
              <a:buSzPct val="75000"/>
            </a:pPr>
            <a:r>
              <a:rPr lang="en-US" sz="2800" b="1" dirty="0"/>
              <a:t>Chronological Structure: </a:t>
            </a:r>
            <a:r>
              <a:rPr lang="en-US" sz="2800" dirty="0"/>
              <a:t>Good if developments clearly follow a timeline, but not always necessary.</a:t>
            </a:r>
          </a:p>
          <a:p>
            <a:pPr marL="342900" indent="-342900">
              <a:lnSpc>
                <a:spcPct val="90000"/>
              </a:lnSpc>
              <a:spcBef>
                <a:spcPts val="1200"/>
              </a:spcBef>
              <a:buSzPct val="75000"/>
            </a:pPr>
            <a:r>
              <a:rPr lang="en-US" sz="2800" b="1" dirty="0"/>
              <a:t>Thematic (Conceptual) Structure: </a:t>
            </a:r>
            <a:r>
              <a:rPr lang="en-US" sz="2800" dirty="0"/>
              <a:t>Group studies by themes, subtopics, or shared concepts.</a:t>
            </a:r>
          </a:p>
          <a:p>
            <a:pPr marL="342900" indent="-342900">
              <a:lnSpc>
                <a:spcPct val="90000"/>
              </a:lnSpc>
              <a:spcBef>
                <a:spcPts val="1200"/>
              </a:spcBef>
              <a:buSzPct val="75000"/>
            </a:pPr>
            <a:r>
              <a:rPr lang="en-US" sz="2800" b="1" dirty="0"/>
              <a:t>Methodological Structure: </a:t>
            </a:r>
            <a:r>
              <a:rPr lang="en-US" sz="2800" dirty="0"/>
              <a:t>Compare/contrast research designs, samples, and data analysis techniques.</a:t>
            </a:r>
          </a:p>
          <a:p>
            <a:pPr marL="342900" indent="-342900">
              <a:lnSpc>
                <a:spcPct val="90000"/>
              </a:lnSpc>
              <a:spcBef>
                <a:spcPts val="1200"/>
              </a:spcBef>
              <a:buSzPct val="75000"/>
            </a:pPr>
            <a:r>
              <a:rPr lang="en-US" sz="2800" b="1" dirty="0"/>
              <a:t>Combination Approach: </a:t>
            </a:r>
            <a:r>
              <a:rPr lang="en-US" sz="2800" dirty="0"/>
              <a:t>Often, reviews combine two or more structures (e.g., chronological then thematic).</a:t>
            </a:r>
            <a:endParaRPr lang="en-US" sz="2800" i="1" dirty="0"/>
          </a:p>
        </p:txBody>
      </p:sp>
      <p:sp>
        <p:nvSpPr>
          <p:cNvPr id="105" name="Google Shape;105;p15">
            <a:extLst>
              <a:ext uri="{FF2B5EF4-FFF2-40B4-BE49-F238E27FC236}">
                <a16:creationId xmlns:a16="http://schemas.microsoft.com/office/drawing/2014/main" id="{E9BFA76C-BE3C-A21D-ABC1-117E7806BA10}"/>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581555966"/>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B984EAB6-B068-FCFA-E3E8-E26C5B62ED61}"/>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FFD0FC43-D4A3-A86B-1B69-5B77FA796CB2}"/>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Reading</a:t>
            </a:r>
            <a:endParaRPr sz="3600" b="1" dirty="0"/>
          </a:p>
        </p:txBody>
      </p:sp>
      <p:sp>
        <p:nvSpPr>
          <p:cNvPr id="104" name="Google Shape;104;p15">
            <a:extLst>
              <a:ext uri="{FF2B5EF4-FFF2-40B4-BE49-F238E27FC236}">
                <a16:creationId xmlns:a16="http://schemas.microsoft.com/office/drawing/2014/main" id="{81B2001A-07C7-9BA6-36D5-E3D8528ADAC8}"/>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indent="-457200">
              <a:lnSpc>
                <a:spcPct val="90000"/>
              </a:lnSpc>
              <a:spcBef>
                <a:spcPts val="1200"/>
              </a:spcBef>
              <a:buSzPct val="75000"/>
            </a:pPr>
            <a:r>
              <a:rPr lang="en-US" sz="2800" b="1" dirty="0"/>
              <a:t>Summarize and evaluate: </a:t>
            </a:r>
            <a:r>
              <a:rPr lang="en-US" sz="2800" dirty="0"/>
              <a:t>Go beyond summarizing results; critique scope, evidence, and limitations.</a:t>
            </a:r>
          </a:p>
          <a:p>
            <a:pPr indent="-457200">
              <a:lnSpc>
                <a:spcPct val="90000"/>
              </a:lnSpc>
              <a:spcBef>
                <a:spcPts val="1200"/>
              </a:spcBef>
              <a:buSzPct val="75000"/>
            </a:pPr>
            <a:r>
              <a:rPr lang="en-US" sz="2800" b="1" dirty="0"/>
              <a:t>Keep an annotated bibliography: </a:t>
            </a:r>
            <a:r>
              <a:rPr lang="en-US" sz="2800" dirty="0"/>
              <a:t>Include short, critical summaries and keywords for each source.</a:t>
            </a:r>
          </a:p>
          <a:p>
            <a:pPr indent="-457200">
              <a:lnSpc>
                <a:spcPct val="90000"/>
              </a:lnSpc>
              <a:spcBef>
                <a:spcPts val="1200"/>
              </a:spcBef>
              <a:buSzPct val="75000"/>
            </a:pPr>
            <a:r>
              <a:rPr lang="en-US" sz="2800" b="1" dirty="0"/>
              <a:t>Track conceptual links: </a:t>
            </a:r>
            <a:r>
              <a:rPr lang="en-US" sz="2800" dirty="0"/>
              <a:t>Visual connections using digital or physical tools (tables, mind maps).</a:t>
            </a:r>
          </a:p>
          <a:p>
            <a:pPr indent="-457200">
              <a:lnSpc>
                <a:spcPct val="90000"/>
              </a:lnSpc>
              <a:spcBef>
                <a:spcPts val="1200"/>
              </a:spcBef>
              <a:buSzPct val="75000"/>
            </a:pPr>
            <a:r>
              <a:rPr lang="en-US" sz="2800" b="1" dirty="0"/>
              <a:t>Manage references: </a:t>
            </a:r>
            <a:r>
              <a:rPr lang="en-US" sz="2800" dirty="0"/>
              <a:t>Use citation software (</a:t>
            </a:r>
            <a:r>
              <a:rPr lang="en-US" sz="2800" b="1" dirty="0"/>
              <a:t>Zotero</a:t>
            </a:r>
            <a:r>
              <a:rPr lang="en-US" sz="2800" dirty="0"/>
              <a:t>, Mendeley, EndNote) for organization.</a:t>
            </a:r>
            <a:endParaRPr lang="en-US" sz="2800" i="1" dirty="0"/>
          </a:p>
        </p:txBody>
      </p:sp>
      <p:sp>
        <p:nvSpPr>
          <p:cNvPr id="105" name="Google Shape;105;p15">
            <a:extLst>
              <a:ext uri="{FF2B5EF4-FFF2-40B4-BE49-F238E27FC236}">
                <a16:creationId xmlns:a16="http://schemas.microsoft.com/office/drawing/2014/main" id="{CB43A0D8-8EB5-7E46-F4A4-7D2D98D772F2}"/>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820719063"/>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282213C9-7101-F624-6AC8-83A71A7F5DE2}"/>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C0AC3D5B-AED6-35BA-5BC0-CD885E428346}"/>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a:t>Writing Tips</a:t>
            </a:r>
            <a:endParaRPr sz="3600" b="1" dirty="0"/>
          </a:p>
        </p:txBody>
      </p:sp>
      <p:sp>
        <p:nvSpPr>
          <p:cNvPr id="104" name="Google Shape;104;p15">
            <a:extLst>
              <a:ext uri="{FF2B5EF4-FFF2-40B4-BE49-F238E27FC236}">
                <a16:creationId xmlns:a16="http://schemas.microsoft.com/office/drawing/2014/main" id="{AD191E53-BA23-D46D-0F2E-1D959947B803}"/>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indent="-457200">
              <a:lnSpc>
                <a:spcPct val="90000"/>
              </a:lnSpc>
              <a:spcBef>
                <a:spcPts val="1200"/>
              </a:spcBef>
              <a:buSzPct val="75000"/>
            </a:pPr>
            <a:r>
              <a:rPr lang="en-US" sz="2800" b="1" dirty="0"/>
              <a:t>Integrate primary and secondary sources: </a:t>
            </a:r>
            <a:r>
              <a:rPr lang="en-US" sz="2800" dirty="0"/>
              <a:t>Bring in direct evidence where relevant, but maintain focus on </a:t>
            </a:r>
            <a:r>
              <a:rPr lang="en-US" sz="2800" i="1" dirty="0"/>
              <a:t>analyzing prior work</a:t>
            </a:r>
            <a:r>
              <a:rPr lang="en-US" sz="2800" dirty="0"/>
              <a:t>.</a:t>
            </a:r>
          </a:p>
          <a:p>
            <a:pPr indent="-457200">
              <a:lnSpc>
                <a:spcPct val="90000"/>
              </a:lnSpc>
              <a:spcBef>
                <a:spcPts val="1200"/>
              </a:spcBef>
              <a:buSzPct val="75000"/>
            </a:pPr>
            <a:r>
              <a:rPr lang="en-US" sz="2800" b="1" dirty="0"/>
              <a:t>Look for patterns or consensus: </a:t>
            </a:r>
            <a:r>
              <a:rPr lang="en-US" sz="2800" dirty="0"/>
              <a:t>Determine convergences among studies, noting the main points of agreement. </a:t>
            </a:r>
          </a:p>
          <a:p>
            <a:pPr indent="-457200">
              <a:lnSpc>
                <a:spcPct val="90000"/>
              </a:lnSpc>
              <a:spcBef>
                <a:spcPts val="1200"/>
              </a:spcBef>
              <a:buSzPct val="75000"/>
            </a:pPr>
            <a:r>
              <a:rPr lang="en-US" sz="2800" b="1" dirty="0"/>
              <a:t>Note conflicting perspectives: </a:t>
            </a:r>
            <a:r>
              <a:rPr lang="en-US" sz="2800" dirty="0"/>
              <a:t>Highlight where scholars disagree; show why it matters to your project.</a:t>
            </a:r>
          </a:p>
          <a:p>
            <a:pPr indent="-457200">
              <a:lnSpc>
                <a:spcPct val="90000"/>
              </a:lnSpc>
              <a:spcBef>
                <a:spcPts val="1200"/>
              </a:spcBef>
              <a:buSzPct val="75000"/>
            </a:pPr>
            <a:r>
              <a:rPr lang="en-US" sz="2800" b="1" dirty="0"/>
              <a:t>Revisit and refine: </a:t>
            </a:r>
            <a:r>
              <a:rPr lang="en-US" sz="2800" dirty="0"/>
              <a:t>Reevaluate your sources and add new references as your own study evolves.</a:t>
            </a:r>
            <a:endParaRPr lang="en-US" sz="2800" i="1" dirty="0"/>
          </a:p>
        </p:txBody>
      </p:sp>
      <p:sp>
        <p:nvSpPr>
          <p:cNvPr id="105" name="Google Shape;105;p15">
            <a:extLst>
              <a:ext uri="{FF2B5EF4-FFF2-40B4-BE49-F238E27FC236}">
                <a16:creationId xmlns:a16="http://schemas.microsoft.com/office/drawing/2014/main" id="{DBDD34B9-06F5-F6DC-B315-241D09745E79}"/>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321335136"/>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6B7BCF24-D73C-D297-8977-80E26DD8D436}"/>
            </a:ext>
          </a:extLst>
        </p:cNvPr>
        <p:cNvGrpSpPr/>
        <p:nvPr/>
      </p:nvGrpSpPr>
      <p:grpSpPr>
        <a:xfrm>
          <a:off x="0" y="0"/>
          <a:ext cx="0" cy="0"/>
          <a:chOff x="0" y="0"/>
          <a:chExt cx="0" cy="0"/>
        </a:xfrm>
      </p:grpSpPr>
      <p:sp>
        <p:nvSpPr>
          <p:cNvPr id="121" name="Google Shape;121;p17">
            <a:extLst>
              <a:ext uri="{FF2B5EF4-FFF2-40B4-BE49-F238E27FC236}">
                <a16:creationId xmlns:a16="http://schemas.microsoft.com/office/drawing/2014/main" id="{A406DAD0-3F9A-CE39-F0BA-F8FDBC41B03A}"/>
              </a:ext>
            </a:extLst>
          </p:cNvPr>
          <p:cNvSpPr txBox="1">
            <a:spLocks noGrp="1"/>
          </p:cNvSpPr>
          <p:nvPr>
            <p:ph type="dt" idx="10"/>
          </p:nvPr>
        </p:nvSpPr>
        <p:spPr>
          <a:xfrm rot="-5400000">
            <a:off x="10095783" y="3087395"/>
            <a:ext cx="28449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20</a:t>
            </a:fld>
            <a:endParaRPr/>
          </a:p>
        </p:txBody>
      </p:sp>
      <p:sp>
        <p:nvSpPr>
          <p:cNvPr id="2" name="Google Shape;103;p15">
            <a:extLst>
              <a:ext uri="{FF2B5EF4-FFF2-40B4-BE49-F238E27FC236}">
                <a16:creationId xmlns:a16="http://schemas.microsoft.com/office/drawing/2014/main" id="{00ED80B2-3CEE-35AF-BE52-2ED103EFE5AD}"/>
              </a:ext>
            </a:extLst>
          </p:cNvPr>
          <p:cNvSpPr txBox="1">
            <a:spLocks/>
          </p:cNvSpPr>
          <p:nvPr/>
        </p:nvSpPr>
        <p:spPr>
          <a:xfrm>
            <a:off x="581250" y="2993195"/>
            <a:ext cx="11029500" cy="553500"/>
          </a:xfrm>
          <a:prstGeom prst="rect">
            <a:avLst/>
          </a:pr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4400"/>
              <a:buFont typeface="Arial"/>
              <a:buChar char="●"/>
              <a:defRPr sz="4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buFont typeface="Arial"/>
              <a:buNone/>
            </a:pPr>
            <a:r>
              <a:rPr lang="en-US" sz="3600" b="1" dirty="0">
                <a:latin typeface="Garamond" panose="02020404030301010803" pitchFamily="18" charset="0"/>
              </a:rPr>
              <a:t>Example</a:t>
            </a:r>
          </a:p>
        </p:txBody>
      </p:sp>
    </p:spTree>
    <p:extLst>
      <p:ext uri="{BB962C8B-B14F-4D97-AF65-F5344CB8AC3E}">
        <p14:creationId xmlns:p14="http://schemas.microsoft.com/office/powerpoint/2010/main" val="250611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CF13CE0D-00FB-FF7F-0FAB-06E9CB9F462E}"/>
            </a:ext>
          </a:extLst>
        </p:cNvPr>
        <p:cNvGrpSpPr/>
        <p:nvPr/>
      </p:nvGrpSpPr>
      <p:grpSpPr>
        <a:xfrm>
          <a:off x="0" y="0"/>
          <a:ext cx="0" cy="0"/>
          <a:chOff x="0" y="0"/>
          <a:chExt cx="0" cy="0"/>
        </a:xfrm>
      </p:grpSpPr>
      <p:sp>
        <p:nvSpPr>
          <p:cNvPr id="121" name="Google Shape;121;p17">
            <a:extLst>
              <a:ext uri="{FF2B5EF4-FFF2-40B4-BE49-F238E27FC236}">
                <a16:creationId xmlns:a16="http://schemas.microsoft.com/office/drawing/2014/main" id="{C4DA68C6-0A8A-CFA4-3019-408A2CE5AB1A}"/>
              </a:ext>
            </a:extLst>
          </p:cNvPr>
          <p:cNvSpPr txBox="1">
            <a:spLocks noGrp="1"/>
          </p:cNvSpPr>
          <p:nvPr>
            <p:ph type="dt" idx="10"/>
          </p:nvPr>
        </p:nvSpPr>
        <p:spPr>
          <a:xfrm rot="-5400000">
            <a:off x="10095783" y="3087395"/>
            <a:ext cx="28449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21</a:t>
            </a:fld>
            <a:endParaRPr/>
          </a:p>
        </p:txBody>
      </p:sp>
      <p:pic>
        <p:nvPicPr>
          <p:cNvPr id="4" name="Picture 3">
            <a:extLst>
              <a:ext uri="{FF2B5EF4-FFF2-40B4-BE49-F238E27FC236}">
                <a16:creationId xmlns:a16="http://schemas.microsoft.com/office/drawing/2014/main" id="{D304732D-E21B-42FE-277D-18A7EDE97F88}"/>
              </a:ext>
            </a:extLst>
          </p:cNvPr>
          <p:cNvPicPr>
            <a:picLocks noChangeAspect="1"/>
          </p:cNvPicPr>
          <p:nvPr/>
        </p:nvPicPr>
        <p:blipFill>
          <a:blip r:embed="rId3"/>
          <a:stretch>
            <a:fillRect/>
          </a:stretch>
        </p:blipFill>
        <p:spPr>
          <a:xfrm>
            <a:off x="3447341" y="279400"/>
            <a:ext cx="5297317" cy="62992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568395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7B3502BA-3472-946E-1655-4F1092221F32}"/>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2A1EF8AA-3C88-56BA-247D-82F3729EA9C9}"/>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From Division to Democracy I</a:t>
            </a:r>
            <a:endParaRPr sz="3600" b="1" dirty="0"/>
          </a:p>
        </p:txBody>
      </p:sp>
      <p:sp>
        <p:nvSpPr>
          <p:cNvPr id="104" name="Google Shape;104;p15">
            <a:extLst>
              <a:ext uri="{FF2B5EF4-FFF2-40B4-BE49-F238E27FC236}">
                <a16:creationId xmlns:a16="http://schemas.microsoft.com/office/drawing/2014/main" id="{400658EC-3AA7-DB49-9E48-F847A80BD7B0}"/>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indent="-457200">
              <a:lnSpc>
                <a:spcPct val="90000"/>
              </a:lnSpc>
              <a:spcBef>
                <a:spcPts val="1200"/>
              </a:spcBef>
              <a:buSzPct val="75000"/>
            </a:pPr>
            <a:r>
              <a:rPr lang="en-US" sz="2800" b="1" dirty="0"/>
              <a:t>Question: </a:t>
            </a:r>
            <a:r>
              <a:rPr lang="en-US" sz="2800" dirty="0"/>
              <a:t>How do socialist legacies shape the political attitudes and integration of individuals transitioning from socialist systems to democratic contexts?</a:t>
            </a:r>
          </a:p>
          <a:p>
            <a:pPr indent="-457200">
              <a:lnSpc>
                <a:spcPct val="90000"/>
              </a:lnSpc>
              <a:spcBef>
                <a:spcPts val="1200"/>
              </a:spcBef>
              <a:buSzPct val="75000"/>
            </a:pPr>
            <a:r>
              <a:rPr lang="en-US" sz="2800" b="1" dirty="0"/>
              <a:t>Problem: </a:t>
            </a:r>
            <a:r>
              <a:rPr lang="en-US" sz="2800" dirty="0"/>
              <a:t>Despite formal unification (in Germany) or unification in process (South Korea), political and social attitudes formed under socialism may endure under democratic rule and create social discordance. Previous studies suggest this, but they use a limited range of questions presented in overly simplistic ways.</a:t>
            </a:r>
          </a:p>
        </p:txBody>
      </p:sp>
      <p:sp>
        <p:nvSpPr>
          <p:cNvPr id="105" name="Google Shape;105;p15">
            <a:extLst>
              <a:ext uri="{FF2B5EF4-FFF2-40B4-BE49-F238E27FC236}">
                <a16:creationId xmlns:a16="http://schemas.microsoft.com/office/drawing/2014/main" id="{51BBF5CA-2D08-DB1A-662E-51044816623F}"/>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6137527"/>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A7E8813E-8D42-D904-4004-247CF61BD06A}"/>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423FAF9A-B1F2-C798-4289-D18B8835DA72}"/>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From Division to Democracy II</a:t>
            </a:r>
            <a:endParaRPr sz="3600" b="1" dirty="0"/>
          </a:p>
        </p:txBody>
      </p:sp>
      <p:sp>
        <p:nvSpPr>
          <p:cNvPr id="104" name="Google Shape;104;p15">
            <a:extLst>
              <a:ext uri="{FF2B5EF4-FFF2-40B4-BE49-F238E27FC236}">
                <a16:creationId xmlns:a16="http://schemas.microsoft.com/office/drawing/2014/main" id="{2919DE4C-8368-BD80-6190-6D0B361F46A0}"/>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indent="-457200">
              <a:lnSpc>
                <a:spcPct val="90000"/>
              </a:lnSpc>
              <a:spcBef>
                <a:spcPts val="1200"/>
              </a:spcBef>
              <a:buSzPct val="75000"/>
            </a:pPr>
            <a:r>
              <a:rPr lang="en-US" sz="2800" b="1" dirty="0"/>
              <a:t>Type of review: </a:t>
            </a:r>
            <a:r>
              <a:rPr lang="en-US" sz="2800" dirty="0"/>
              <a:t>Integrative</a:t>
            </a:r>
            <a:r>
              <a:rPr lang="en-US" sz="2800" b="1" dirty="0"/>
              <a:t> </a:t>
            </a:r>
            <a:r>
              <a:rPr lang="en-US" sz="2800" dirty="0"/>
              <a:t>and (some) methodological</a:t>
            </a:r>
          </a:p>
          <a:p>
            <a:pPr lvl="1" indent="-457200">
              <a:lnSpc>
                <a:spcPct val="90000"/>
              </a:lnSpc>
              <a:spcBef>
                <a:spcPts val="1200"/>
              </a:spcBef>
              <a:buSzPct val="75000"/>
              <a:buFont typeface="Courier New" panose="02070309020205020404" pitchFamily="49" charset="0"/>
              <a:buChar char="o"/>
            </a:pPr>
            <a:r>
              <a:rPr lang="en-US" sz="2600" dirty="0"/>
              <a:t>We synthesize multiple strands of scholarship (political socialization, post-communist legacies, re-socialization processes, and integration outcomes) rather than simply listing prior findings or arguing for a single viewpoint. We show how prior socialist experiences can influence democratic attitudes, and we highlight the methods used.</a:t>
            </a:r>
          </a:p>
        </p:txBody>
      </p:sp>
      <p:sp>
        <p:nvSpPr>
          <p:cNvPr id="105" name="Google Shape;105;p15">
            <a:extLst>
              <a:ext uri="{FF2B5EF4-FFF2-40B4-BE49-F238E27FC236}">
                <a16:creationId xmlns:a16="http://schemas.microsoft.com/office/drawing/2014/main" id="{2708A2FB-6EF2-DF24-3B42-C4FD0C4E75F9}"/>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359949599"/>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D5D57A94-89BB-AB7B-AC20-3311EE32B76C}"/>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B0683C14-2474-E4AB-BEFC-8A80E65AEB94}"/>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From Division to Democracy III</a:t>
            </a:r>
            <a:endParaRPr sz="3600" b="1" dirty="0"/>
          </a:p>
        </p:txBody>
      </p:sp>
      <p:sp>
        <p:nvSpPr>
          <p:cNvPr id="104" name="Google Shape;104;p15">
            <a:extLst>
              <a:ext uri="{FF2B5EF4-FFF2-40B4-BE49-F238E27FC236}">
                <a16:creationId xmlns:a16="http://schemas.microsoft.com/office/drawing/2014/main" id="{7C37647B-97ED-7979-1E5B-7D87A3CD24BA}"/>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r>
              <a:rPr lang="en-US" sz="2600" b="1" dirty="0"/>
              <a:t>Situate Research Problem</a:t>
            </a:r>
            <a:r>
              <a:rPr lang="en-US" sz="2600" dirty="0"/>
              <a:t>: We position the study of </a:t>
            </a:r>
            <a:r>
              <a:rPr lang="en-US" sz="2600" i="1" dirty="0"/>
              <a:t>post-socialist citizens</a:t>
            </a:r>
            <a:r>
              <a:rPr lang="en-US" sz="2600" dirty="0"/>
              <a:t> within the broader literature on </a:t>
            </a:r>
            <a:r>
              <a:rPr lang="en-US" sz="2600" i="1" dirty="0"/>
              <a:t>political socialization</a:t>
            </a:r>
            <a:r>
              <a:rPr lang="en-US" sz="2600" dirty="0"/>
              <a:t>.</a:t>
            </a:r>
          </a:p>
          <a:p>
            <a:r>
              <a:rPr lang="en-US" sz="2600" b="1" dirty="0"/>
              <a:t>Highlight Inconsistencies/Gaps</a:t>
            </a:r>
            <a:r>
              <a:rPr lang="en-US" sz="2600" dirty="0"/>
              <a:t>: We point out that while scholars agree socialist-era socialization has lasting effects, there is mixed evidence on </a:t>
            </a:r>
            <a:r>
              <a:rPr lang="en-US" sz="2600" i="1" dirty="0"/>
              <a:t>which</a:t>
            </a:r>
            <a:r>
              <a:rPr lang="en-US" sz="2600" dirty="0"/>
              <a:t> attitudes change or remain (e.g., attitudes toward democracy, welfare, diversity).</a:t>
            </a:r>
          </a:p>
          <a:p>
            <a:r>
              <a:rPr lang="en-US" sz="2600" b="1" dirty="0"/>
              <a:t>Establish rationale for a new empirical approach</a:t>
            </a:r>
            <a:r>
              <a:rPr lang="en-US" sz="2600" dirty="0"/>
              <a:t>: We note that prior research relies on general survey measures or country-level comparisons. We propose a more realistic “choice-based conjoint” experiment to capture subtle, trade-off-oriented preferences not easily inferred from conventional surveys.</a:t>
            </a:r>
          </a:p>
        </p:txBody>
      </p:sp>
      <p:sp>
        <p:nvSpPr>
          <p:cNvPr id="105" name="Google Shape;105;p15">
            <a:extLst>
              <a:ext uri="{FF2B5EF4-FFF2-40B4-BE49-F238E27FC236}">
                <a16:creationId xmlns:a16="http://schemas.microsoft.com/office/drawing/2014/main" id="{FB73BA13-16B7-5784-9E0E-E405E661288A}"/>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141985913"/>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71AF2E35-F866-AB5E-5F74-3847090F6DD1}"/>
            </a:ext>
          </a:extLst>
        </p:cNvPr>
        <p:cNvGrpSpPr/>
        <p:nvPr/>
      </p:nvGrpSpPr>
      <p:grpSpPr>
        <a:xfrm>
          <a:off x="0" y="0"/>
          <a:ext cx="0" cy="0"/>
          <a:chOff x="0" y="0"/>
          <a:chExt cx="0" cy="0"/>
        </a:xfrm>
      </p:grpSpPr>
      <p:sp>
        <p:nvSpPr>
          <p:cNvPr id="121" name="Google Shape;121;p17">
            <a:extLst>
              <a:ext uri="{FF2B5EF4-FFF2-40B4-BE49-F238E27FC236}">
                <a16:creationId xmlns:a16="http://schemas.microsoft.com/office/drawing/2014/main" id="{65D02830-FF71-AE39-3EE5-13A8B431C37E}"/>
              </a:ext>
            </a:extLst>
          </p:cNvPr>
          <p:cNvSpPr txBox="1">
            <a:spLocks noGrp="1"/>
          </p:cNvSpPr>
          <p:nvPr>
            <p:ph type="dt" idx="10"/>
          </p:nvPr>
        </p:nvSpPr>
        <p:spPr>
          <a:xfrm rot="-5400000">
            <a:off x="10095783" y="3087395"/>
            <a:ext cx="28449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25</a:t>
            </a:fld>
            <a:endParaRPr/>
          </a:p>
        </p:txBody>
      </p:sp>
      <p:sp>
        <p:nvSpPr>
          <p:cNvPr id="2" name="Google Shape;103;p15">
            <a:extLst>
              <a:ext uri="{FF2B5EF4-FFF2-40B4-BE49-F238E27FC236}">
                <a16:creationId xmlns:a16="http://schemas.microsoft.com/office/drawing/2014/main" id="{6E33D24E-EFFB-0C85-1BC3-70E775C39139}"/>
              </a:ext>
            </a:extLst>
          </p:cNvPr>
          <p:cNvSpPr txBox="1">
            <a:spLocks/>
          </p:cNvSpPr>
          <p:nvPr/>
        </p:nvSpPr>
        <p:spPr>
          <a:xfrm>
            <a:off x="581250" y="2993195"/>
            <a:ext cx="11029500" cy="553500"/>
          </a:xfrm>
          <a:prstGeom prst="rect">
            <a:avLst/>
          </a:pr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4400"/>
              <a:buFont typeface="Arial"/>
              <a:buChar char="●"/>
              <a:defRPr sz="4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buFont typeface="Arial"/>
              <a:buNone/>
            </a:pPr>
            <a:r>
              <a:rPr lang="en-US" sz="3600" b="1" dirty="0">
                <a:latin typeface="Garamond" panose="02020404030301010803" pitchFamily="18" charset="0"/>
              </a:rPr>
              <a:t>Exercise</a:t>
            </a:r>
          </a:p>
        </p:txBody>
      </p:sp>
    </p:spTree>
    <p:extLst>
      <p:ext uri="{BB962C8B-B14F-4D97-AF65-F5344CB8AC3E}">
        <p14:creationId xmlns:p14="http://schemas.microsoft.com/office/powerpoint/2010/main" val="3799696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99C44092-1DFD-B48D-675D-AB11152C680A}"/>
            </a:ext>
          </a:extLst>
        </p:cNvPr>
        <p:cNvGrpSpPr/>
        <p:nvPr/>
      </p:nvGrpSpPr>
      <p:grpSpPr>
        <a:xfrm>
          <a:off x="0" y="0"/>
          <a:ext cx="0" cy="0"/>
          <a:chOff x="0" y="0"/>
          <a:chExt cx="0" cy="0"/>
        </a:xfrm>
      </p:grpSpPr>
      <p:sp>
        <p:nvSpPr>
          <p:cNvPr id="103" name="Google Shape;103;p15">
            <a:extLst>
              <a:ext uri="{FF2B5EF4-FFF2-40B4-BE49-F238E27FC236}">
                <a16:creationId xmlns:a16="http://schemas.microsoft.com/office/drawing/2014/main" id="{315F2759-71BD-5B8B-6F5C-029F5453B03E}"/>
              </a:ext>
            </a:extLst>
          </p:cNvPr>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Exercise</a:t>
            </a:r>
            <a:endParaRPr sz="3600" b="1" dirty="0"/>
          </a:p>
        </p:txBody>
      </p:sp>
      <p:sp>
        <p:nvSpPr>
          <p:cNvPr id="104" name="Google Shape;104;p15">
            <a:extLst>
              <a:ext uri="{FF2B5EF4-FFF2-40B4-BE49-F238E27FC236}">
                <a16:creationId xmlns:a16="http://schemas.microsoft.com/office/drawing/2014/main" id="{4214BA42-1D32-C9AD-071C-22D1D55DDEFE}"/>
              </a:ext>
            </a:extLst>
          </p:cNvPr>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marL="85344" indent="0">
              <a:buNone/>
            </a:pPr>
            <a:r>
              <a:rPr lang="en-US" b="1" dirty="0">
                <a:effectLst/>
                <a:latin typeface="Garamond" panose="02020404030301010803" pitchFamily="18" charset="0"/>
                <a:ea typeface="Times New Roman" panose="02020603050405020304" pitchFamily="18" charset="0"/>
              </a:rPr>
              <a:t>Generate an annotated bibliography* and a draft outline of the literature review. </a:t>
            </a:r>
            <a:r>
              <a:rPr lang="en-US" b="1" dirty="0">
                <a:solidFill>
                  <a:schemeClr val="accent1"/>
                </a:solidFill>
                <a:effectLst/>
                <a:latin typeface="Garamond" panose="02020404030301010803" pitchFamily="18" charset="0"/>
                <a:ea typeface="Times New Roman" panose="02020603050405020304" pitchFamily="18" charset="0"/>
              </a:rPr>
              <a:t>Due to Brightspace by 23:59 on February 27 (Thursday).</a:t>
            </a:r>
          </a:p>
          <a:p>
            <a:pPr marL="85344" indent="0">
              <a:buNone/>
            </a:pPr>
            <a:endParaRPr lang="en-US" b="1" dirty="0">
              <a:solidFill>
                <a:schemeClr val="accent1"/>
              </a:solidFill>
              <a:latin typeface="Garamond" panose="02020404030301010803" pitchFamily="18" charset="0"/>
              <a:ea typeface="Times New Roman" panose="02020603050405020304" pitchFamily="18" charset="0"/>
            </a:endParaRPr>
          </a:p>
          <a:p>
            <a:pPr marL="85344" indent="0">
              <a:buNone/>
            </a:pPr>
            <a:r>
              <a:rPr lang="en-US" b="1" dirty="0">
                <a:effectLst/>
                <a:latin typeface="Garamond" panose="02020404030301010803" pitchFamily="18" charset="0"/>
                <a:ea typeface="Times New Roman" panose="02020603050405020304" pitchFamily="18" charset="0"/>
              </a:rPr>
              <a:t>You should use this in your revised proposal.</a:t>
            </a:r>
          </a:p>
          <a:p>
            <a:pPr marL="85344" indent="0">
              <a:buNone/>
            </a:pPr>
            <a:endParaRPr lang="en-US" b="1" dirty="0">
              <a:latin typeface="Garamond" panose="02020404030301010803" pitchFamily="18" charset="0"/>
            </a:endParaRPr>
          </a:p>
          <a:p>
            <a:pPr marL="85344" indent="0">
              <a:buNone/>
            </a:pPr>
            <a:r>
              <a:rPr lang="en-US" b="1" dirty="0">
                <a:latin typeface="Garamond" panose="02020404030301010803" pitchFamily="18" charset="0"/>
              </a:rPr>
              <a:t>*Min. of 5 sources with the following annotations:</a:t>
            </a:r>
          </a:p>
          <a:p>
            <a:pPr marL="599694" indent="-514350">
              <a:buFont typeface="+mj-lt"/>
              <a:buAutoNum type="arabicPeriod"/>
            </a:pPr>
            <a:r>
              <a:rPr lang="en-US" i="1" dirty="0">
                <a:latin typeface="Garamond" panose="02020404030301010803" pitchFamily="18" charset="0"/>
              </a:rPr>
              <a:t>Full Citation</a:t>
            </a:r>
            <a:r>
              <a:rPr lang="en-US" dirty="0">
                <a:latin typeface="Garamond" panose="02020404030301010803" pitchFamily="18" charset="0"/>
              </a:rPr>
              <a:t>: Provide the complete reference (Chicago Style) so readers can locate the source easily.</a:t>
            </a:r>
          </a:p>
          <a:p>
            <a:pPr marL="599694" indent="-514350">
              <a:buFont typeface="+mj-lt"/>
              <a:buAutoNum type="arabicPeriod"/>
            </a:pPr>
            <a:r>
              <a:rPr lang="en-US" i="1" dirty="0">
                <a:latin typeface="Garamond" panose="02020404030301010803" pitchFamily="18" charset="0"/>
              </a:rPr>
              <a:t>Summary of Main Ideas</a:t>
            </a:r>
            <a:r>
              <a:rPr lang="en-US" dirty="0">
                <a:latin typeface="Garamond" panose="02020404030301010803" pitchFamily="18" charset="0"/>
              </a:rPr>
              <a:t>: Briefly outline the source’s central argument(s), key findings, or themes (~2 sentences).</a:t>
            </a:r>
          </a:p>
          <a:p>
            <a:pPr marL="599694" indent="-514350">
              <a:buFont typeface="+mj-lt"/>
              <a:buAutoNum type="arabicPeriod"/>
            </a:pPr>
            <a:r>
              <a:rPr lang="en-US" i="1" dirty="0">
                <a:latin typeface="Garamond" panose="02020404030301010803" pitchFamily="18" charset="0"/>
              </a:rPr>
              <a:t>Relevance or Evaluation</a:t>
            </a:r>
            <a:r>
              <a:rPr lang="en-US" dirty="0">
                <a:latin typeface="Garamond" panose="02020404030301010803" pitchFamily="18" charset="0"/>
              </a:rPr>
              <a:t>: Note the source’s strengths, weaknesses, or importance for your research topic, indicating how it is connected to the research question (~2 sentences).</a:t>
            </a:r>
            <a:endParaRPr lang="en-US" sz="3200" dirty="0">
              <a:latin typeface="Garamond" panose="02020404030301010803" pitchFamily="18" charset="0"/>
            </a:endParaRPr>
          </a:p>
        </p:txBody>
      </p:sp>
      <p:sp>
        <p:nvSpPr>
          <p:cNvPr id="105" name="Google Shape;105;p15">
            <a:extLst>
              <a:ext uri="{FF2B5EF4-FFF2-40B4-BE49-F238E27FC236}">
                <a16:creationId xmlns:a16="http://schemas.microsoft.com/office/drawing/2014/main" id="{DE400E55-E0A5-25F7-912F-56D20633A52D}"/>
              </a:ext>
            </a:extLst>
          </p:cNvPr>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38392887"/>
      </p:ext>
    </p:extLst>
  </p:cSld>
  <p:clrMapOvr>
    <a:masterClrMapping/>
  </p:clrMapOvr>
  <mc:AlternateContent xmlns:mc="http://schemas.openxmlformats.org/markup-compatibility/2006" xmlns:p14="http://schemas.microsoft.com/office/powerpoint/2010/main">
    <mc:Choice Requires="p14">
      <p:transition spd="slow" p14:dur="2000" advTm="140907"/>
    </mc:Choice>
    <mc:Fallback xmlns="">
      <p:transition spd="slow" advTm="140907"/>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title"/>
          </p:nvPr>
        </p:nvSpPr>
        <p:spPr>
          <a:xfrm>
            <a:off x="581250" y="319875"/>
            <a:ext cx="11029500" cy="55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t>Resources</a:t>
            </a:r>
            <a:endParaRPr sz="3600" b="1" dirty="0"/>
          </a:p>
        </p:txBody>
      </p:sp>
      <p:sp>
        <p:nvSpPr>
          <p:cNvPr id="104" name="Google Shape;104;p15"/>
          <p:cNvSpPr txBox="1">
            <a:spLocks noGrp="1"/>
          </p:cNvSpPr>
          <p:nvPr>
            <p:ph type="body" idx="1"/>
          </p:nvPr>
        </p:nvSpPr>
        <p:spPr>
          <a:xfrm>
            <a:off x="581250" y="1613274"/>
            <a:ext cx="11029500" cy="3781200"/>
          </a:xfrm>
          <a:prstGeom prst="rect">
            <a:avLst/>
          </a:prstGeom>
        </p:spPr>
        <p:txBody>
          <a:bodyPr spcFirstLastPara="1" wrap="square" lIns="91425" tIns="45700" rIns="91425" bIns="45700" anchor="ctr" anchorCtr="0">
            <a:noAutofit/>
          </a:bodyPr>
          <a:lstStyle/>
          <a:p>
            <a:pPr marL="0" indent="0">
              <a:lnSpc>
                <a:spcPct val="90000"/>
              </a:lnSpc>
              <a:spcBef>
                <a:spcPts val="1200"/>
              </a:spcBef>
              <a:buSzPct val="75000"/>
              <a:buNone/>
            </a:pPr>
            <a:r>
              <a:rPr lang="en-US" sz="2200" b="1" dirty="0"/>
              <a:t>USC Library’s overview here of literature review types: </a:t>
            </a:r>
            <a:r>
              <a:rPr lang="en-US" sz="2200" b="1" dirty="0">
                <a:solidFill>
                  <a:schemeClr val="accent1"/>
                </a:solidFill>
                <a:hlinkClick r:id="rId3">
                  <a:extLst>
                    <a:ext uri="{A12FA001-AC4F-418D-AE19-62706E023703}">
                      <ahyp:hlinkClr xmlns:ahyp="http://schemas.microsoft.com/office/drawing/2018/hyperlinkcolor" val="tx"/>
                    </a:ext>
                  </a:extLst>
                </a:hlinkClick>
              </a:rPr>
              <a:t>https://libguides.usc.edu/writingguide/literaturereview</a:t>
            </a:r>
            <a:r>
              <a:rPr lang="en-US" sz="2200" b="1" dirty="0">
                <a:solidFill>
                  <a:schemeClr val="accent1"/>
                </a:solidFill>
              </a:rPr>
              <a:t> </a:t>
            </a:r>
          </a:p>
          <a:p>
            <a:pPr marL="0" indent="0">
              <a:lnSpc>
                <a:spcPct val="90000"/>
              </a:lnSpc>
              <a:spcBef>
                <a:spcPts val="1200"/>
              </a:spcBef>
              <a:buSzPct val="75000"/>
              <a:buNone/>
            </a:pPr>
            <a:endParaRPr lang="en-US" sz="2200" b="1" dirty="0"/>
          </a:p>
          <a:p>
            <a:pPr marL="0" indent="0">
              <a:lnSpc>
                <a:spcPct val="90000"/>
              </a:lnSpc>
              <a:spcBef>
                <a:spcPts val="1200"/>
              </a:spcBef>
              <a:buSzPct val="75000"/>
              <a:buNone/>
            </a:pPr>
            <a:r>
              <a:rPr lang="en-US" sz="2200" b="1" dirty="0"/>
              <a:t>Grant, Maria J., and Andrew Booth. "A Typology of Reviews: An Analysis of 14 Review Types and Associated Methodologies." Health Information &amp; Libraries Journal 26, no. 2 (2009): 91-108. Accessed March 11, 2024. </a:t>
            </a:r>
            <a:r>
              <a:rPr lang="en-US" sz="2200" b="1" dirty="0">
                <a:solidFill>
                  <a:schemeClr val="accent1"/>
                </a:solidFill>
                <a:hlinkClick r:id="rId4">
                  <a:extLst>
                    <a:ext uri="{A12FA001-AC4F-418D-AE19-62706E023703}">
                      <ahyp:hlinkClr xmlns:ahyp="http://schemas.microsoft.com/office/drawing/2018/hyperlinkcolor" val="tx"/>
                    </a:ext>
                  </a:extLst>
                </a:hlinkClick>
              </a:rPr>
              <a:t>https://doi.org/10.1111/j.1471-1842.2009.00848.x</a:t>
            </a:r>
            <a:r>
              <a:rPr lang="en-US" sz="2200" b="1" dirty="0">
                <a:solidFill>
                  <a:schemeClr val="accent1"/>
                </a:solidFill>
              </a:rPr>
              <a:t> </a:t>
            </a:r>
          </a:p>
          <a:p>
            <a:pPr marL="0" indent="0">
              <a:lnSpc>
                <a:spcPct val="90000"/>
              </a:lnSpc>
              <a:spcBef>
                <a:spcPts val="1200"/>
              </a:spcBef>
              <a:buSzPct val="75000"/>
              <a:buNone/>
            </a:pPr>
            <a:endParaRPr lang="en-US" sz="2200" b="1" dirty="0"/>
          </a:p>
          <a:p>
            <a:pPr marL="0" indent="0">
              <a:lnSpc>
                <a:spcPct val="90000"/>
              </a:lnSpc>
              <a:spcBef>
                <a:spcPts val="1200"/>
              </a:spcBef>
              <a:buSzPct val="75000"/>
              <a:buNone/>
            </a:pPr>
            <a:r>
              <a:rPr lang="en-US" sz="2200" b="1" dirty="0"/>
              <a:t>Leiden University ‘Subject guide’</a:t>
            </a:r>
            <a:r>
              <a:rPr lang="en-US" sz="2200" b="1" dirty="0">
                <a:solidFill>
                  <a:schemeClr val="accent5"/>
                </a:solidFill>
              </a:rPr>
              <a:t>*</a:t>
            </a:r>
            <a:r>
              <a:rPr lang="en-US" sz="2200" b="1" dirty="0"/>
              <a:t> on a systematic literature review: </a:t>
            </a:r>
            <a:r>
              <a:rPr lang="en-US" sz="2200" b="1" dirty="0">
                <a:solidFill>
                  <a:schemeClr val="accent1"/>
                </a:solidFill>
                <a:hlinkClick r:id="rId5">
                  <a:extLst>
                    <a:ext uri="{A12FA001-AC4F-418D-AE19-62706E023703}">
                      <ahyp:hlinkClr xmlns:ahyp="http://schemas.microsoft.com/office/drawing/2018/hyperlinkcolor" val="tx"/>
                    </a:ext>
                  </a:extLst>
                </a:hlinkClick>
              </a:rPr>
              <a:t>https://www.library.universiteitleiden.nl/subject-guides/systematic-reviews</a:t>
            </a:r>
            <a:endParaRPr lang="en-US" sz="2200" b="1" dirty="0">
              <a:solidFill>
                <a:schemeClr val="accent1"/>
              </a:solidFill>
            </a:endParaRPr>
          </a:p>
          <a:p>
            <a:pPr marL="0" indent="0">
              <a:lnSpc>
                <a:spcPct val="90000"/>
              </a:lnSpc>
              <a:spcBef>
                <a:spcPts val="1200"/>
              </a:spcBef>
              <a:buSzPct val="75000"/>
              <a:buNone/>
            </a:pPr>
            <a:endParaRPr lang="en-US" sz="2200" b="1" dirty="0">
              <a:solidFill>
                <a:schemeClr val="accent1"/>
              </a:solidFill>
            </a:endParaRPr>
          </a:p>
          <a:p>
            <a:pPr marL="0" indent="0">
              <a:lnSpc>
                <a:spcPct val="90000"/>
              </a:lnSpc>
              <a:spcBef>
                <a:spcPts val="1200"/>
              </a:spcBef>
              <a:buSzPct val="75000"/>
              <a:buNone/>
            </a:pPr>
            <a:r>
              <a:rPr lang="en-US" sz="2200" b="1" dirty="0">
                <a:solidFill>
                  <a:schemeClr val="accent5"/>
                </a:solidFill>
              </a:rPr>
              <a:t>*</a:t>
            </a:r>
            <a:r>
              <a:rPr lang="en-US" sz="2200" b="1" dirty="0"/>
              <a:t> Many different resources are found in the university’s subject guides!</a:t>
            </a:r>
          </a:p>
        </p:txBody>
      </p:sp>
      <p:sp>
        <p:nvSpPr>
          <p:cNvPr id="105" name="Google Shape;105;p15"/>
          <p:cNvSpPr txBox="1">
            <a:spLocks noGrp="1"/>
          </p:cNvSpPr>
          <p:nvPr>
            <p:ph type="sldNum" idx="12"/>
          </p:nvPr>
        </p:nvSpPr>
        <p:spPr>
          <a:xfrm>
            <a:off x="10767710" y="6134373"/>
            <a:ext cx="1052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668495525"/>
      </p:ext>
    </p:extLst>
  </p:cSld>
  <p:clrMapOvr>
    <a:masterClrMapping/>
  </p:clrMapOvr>
  <mc:AlternateContent xmlns:mc="http://schemas.openxmlformats.org/markup-compatibility/2006" xmlns:p14="http://schemas.microsoft.com/office/powerpoint/2010/main">
    <mc:Choice Requires="p14">
      <p:transition spd="slow" p14:dur="2000" advTm="97596"/>
    </mc:Choice>
    <mc:Fallback xmlns="">
      <p:transition spd="slow" advTm="97596"/>
    </mc:Fallback>
  </mc:AlternateContent>
</p:sld>
</file>

<file path=ppt/theme/theme1.xml><?xml version="1.0" encoding="utf-8"?>
<a:theme xmlns:a="http://schemas.openxmlformats.org/drawingml/2006/main" name="SCD_UniVie">
  <a:themeElements>
    <a:clrScheme name="Custom 5">
      <a:dk1>
        <a:srgbClr val="000000"/>
      </a:dk1>
      <a:lt1>
        <a:srgbClr val="FFFFFF"/>
      </a:lt1>
      <a:dk2>
        <a:srgbClr val="3D3D3D"/>
      </a:dk2>
      <a:lt2>
        <a:srgbClr val="EBEBEB"/>
      </a:lt2>
      <a:accent1>
        <a:srgbClr val="DD347A"/>
      </a:accent1>
      <a:accent2>
        <a:srgbClr val="14365D"/>
      </a:accent2>
      <a:accent3>
        <a:srgbClr val="8AD4DF"/>
      </a:accent3>
      <a:accent4>
        <a:srgbClr val="FECC14"/>
      </a:accent4>
      <a:accent5>
        <a:srgbClr val="F7941E"/>
      </a:accent5>
      <a:accent6>
        <a:srgbClr val="79133E"/>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1799</TotalTime>
  <Words>1410</Words>
  <Application>Microsoft Macintosh PowerPoint</Application>
  <PresentationFormat>Widescreen</PresentationFormat>
  <Paragraphs>168</Paragraphs>
  <Slides>27</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Courier New</vt:lpstr>
      <vt:lpstr>Noto Sans Symbols</vt:lpstr>
      <vt:lpstr>Garamond</vt:lpstr>
      <vt:lpstr>Arial</vt:lpstr>
      <vt:lpstr>Times New Roman</vt:lpstr>
      <vt:lpstr>Gill Sans</vt:lpstr>
      <vt:lpstr>Calibri</vt:lpstr>
      <vt:lpstr>SCD_UniVie</vt:lpstr>
      <vt:lpstr>PowerPoint Presentation</vt:lpstr>
      <vt:lpstr> The question, problem &amp; analysis</vt:lpstr>
      <vt:lpstr>Roadmap</vt:lpstr>
      <vt:lpstr>Purpose of a Literature Review</vt:lpstr>
      <vt:lpstr>PowerPoint Presentation</vt:lpstr>
      <vt:lpstr>Argumentative Review</vt:lpstr>
      <vt:lpstr>Integrative Review</vt:lpstr>
      <vt:lpstr>Historical Review</vt:lpstr>
      <vt:lpstr>Methodological Review</vt:lpstr>
      <vt:lpstr>Systematic Review</vt:lpstr>
      <vt:lpstr>Theoretical Review</vt:lpstr>
      <vt:lpstr>PowerPoint Presentation</vt:lpstr>
      <vt:lpstr>Types of Literature Reviews (recap)</vt:lpstr>
      <vt:lpstr>What about you?</vt:lpstr>
      <vt:lpstr>PowerPoint Presentation</vt:lpstr>
      <vt:lpstr>Preparation</vt:lpstr>
      <vt:lpstr>Organization</vt:lpstr>
      <vt:lpstr>Reading</vt:lpstr>
      <vt:lpstr>Writing Tips</vt:lpstr>
      <vt:lpstr>PowerPoint Presentation</vt:lpstr>
      <vt:lpstr>PowerPoint Presentation</vt:lpstr>
      <vt:lpstr>From Division to Democracy I</vt:lpstr>
      <vt:lpstr>From Division to Democracy II</vt:lpstr>
      <vt:lpstr>From Division to Democracy III</vt:lpstr>
      <vt:lpstr>PowerPoint Presentation</vt:lpstr>
      <vt:lpstr>Exercise</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Steven Denney</dc:creator>
  <cp:lastModifiedBy>Steven Denney</cp:lastModifiedBy>
  <cp:revision>78</cp:revision>
  <cp:lastPrinted>2025-02-21T07:11:37Z</cp:lastPrinted>
  <dcterms:modified xsi:type="dcterms:W3CDTF">2025-02-21T09:59:47Z</dcterms:modified>
</cp:coreProperties>
</file>